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2" r:id="rId4"/>
    <p:sldMasterId id="2147483660" r:id="rId5"/>
  </p:sldMasterIdLst>
  <p:notesMasterIdLst>
    <p:notesMasterId r:id="rId16"/>
  </p:notesMasterIdLst>
  <p:handoutMasterIdLst>
    <p:handoutMasterId r:id="rId17"/>
  </p:handoutMasterIdLst>
  <p:sldIdLst>
    <p:sldId id="312" r:id="rId6"/>
    <p:sldId id="258" r:id="rId7"/>
    <p:sldId id="313" r:id="rId8"/>
    <p:sldId id="314" r:id="rId9"/>
    <p:sldId id="315" r:id="rId10"/>
    <p:sldId id="316" r:id="rId11"/>
    <p:sldId id="317" r:id="rId12"/>
    <p:sldId id="318" r:id="rId13"/>
    <p:sldId id="319" r:id="rId14"/>
    <p:sldId id="320" r:id="rId15"/>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C261747-AE0A-7989-7C17-67C81558790C}" name="Cammisa, Isabella" initials="CI" userId="S::icammi635@cable.comcast.com::2052e99e-5270-41ee-a542-e5f0b821cc2f" providerId="AD"/>
  <p188:author id="{B95C7F6F-3EED-EF7A-2E14-C577EE7C7B72}" name="Callen, Sean" initials="SC" userId="S::scalle964@cable.comcast.com::91caba3b-1824-4e58-96c9-715b14a144d2" providerId="AD"/>
  <p188:author id="{DED659BC-E7F3-A6EC-9AE7-55D4DCF283A1}" name="Lucaccioni, Nick (Contractor)" initials="NL" userId="S::nlucac054@cable.comcast.com::364d43bc-7136-4406-9afe-73567339447e" providerId="AD"/>
  <p188:author id="{68C9E0BF-7D31-DAB0-5EC1-D35B8F4BA13D}" name="Sean Callen" initials="SC" userId="Sean Callen"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5A23B9"/>
    <a:srgbClr val="21B986"/>
    <a:srgbClr val="8037F4"/>
    <a:srgbClr val="008558"/>
    <a:srgbClr val="E9554D"/>
    <a:srgbClr val="FFAA00"/>
    <a:srgbClr val="E64F00"/>
    <a:srgbClr val="8B8B86"/>
    <a:srgbClr val="8B8B8B"/>
    <a:srgbClr val="8B8B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C9098-BB92-4DC5-BBEE-8C3708104928}" v="23" dt="2025-02-28T14:57:44.9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78" autoAdjust="0"/>
    <p:restoredTop sz="94660"/>
  </p:normalViewPr>
  <p:slideViewPr>
    <p:cSldViewPr snapToGrid="0">
      <p:cViewPr varScale="1">
        <p:scale>
          <a:sx n="63" d="100"/>
          <a:sy n="63" d="100"/>
        </p:scale>
        <p:origin x="120" y="32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8/10/relationships/authors" Target="authors.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CBCC13E-B75B-18DA-433B-ECFFFF326D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1814322F-55CB-B45B-D78B-C702BACFD6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B193C89-789E-891A-2E6F-A48F3CF522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422833D-8EFB-463D-A7DF-E8F30B9E37F2}" type="slidenum">
              <a:rPr lang="en-US" smtClean="0"/>
              <a:t>‹#›</a:t>
            </a:fld>
            <a:endParaRPr lang="en-US"/>
          </a:p>
        </p:txBody>
      </p:sp>
    </p:spTree>
    <p:extLst>
      <p:ext uri="{BB962C8B-B14F-4D97-AF65-F5344CB8AC3E}">
        <p14:creationId xmlns:p14="http://schemas.microsoft.com/office/powerpoint/2010/main" val="138151969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479840-73AF-BE4C-B65A-BAC0E0F53AE2}" type="datetimeFigureOut">
              <a:rPr lang="en-US" smtClean="0"/>
              <a:t>2/26/2025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5CCB26-EAAA-B842-9AFE-1C872EB0987A}" type="slidenum">
              <a:rPr lang="en-US" smtClean="0"/>
              <a:t>‹#›</a:t>
            </a:fld>
            <a:endParaRPr lang="en-US"/>
          </a:p>
        </p:txBody>
      </p:sp>
    </p:spTree>
    <p:extLst>
      <p:ext uri="{BB962C8B-B14F-4D97-AF65-F5344CB8AC3E}">
        <p14:creationId xmlns:p14="http://schemas.microsoft.com/office/powerpoint/2010/main" val="4145198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2.xml"/><Relationship Id="rId4" Type="http://schemas.openxmlformats.org/officeDocument/2006/relationships/image" Target="../media/image14.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4.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14.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Slide Layout">
    <p:bg>
      <p:bgPr>
        <a:solidFill>
          <a:schemeClr val="bg1"/>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179BD5-1E61-CF04-F44F-DD636008DDFA}"/>
              </a:ext>
            </a:extLst>
          </p:cNvPr>
          <p:cNvSpPr>
            <a:spLocks noGrp="1"/>
          </p:cNvSpPr>
          <p:nvPr>
            <p:ph type="sldNum" sz="quarter" idx="10"/>
          </p:nvPr>
        </p:nvSpPr>
        <p:spPr>
          <a:xfrm>
            <a:off x="17069562" y="9655740"/>
            <a:ext cx="532638" cy="199582"/>
          </a:xfrm>
          <a:prstGeom prst="rect">
            <a:avLst/>
          </a:prstGeom>
        </p:spPr>
        <p:txBody>
          <a:bodyPr/>
          <a:lstStyle/>
          <a:p>
            <a:fld id="{788E29E6-83F2-9B45-8ABC-D0D9D8FC3DD0}" type="slidenum">
              <a:rPr lang="en-US" smtClean="0"/>
              <a:t>‹#›</a:t>
            </a:fld>
            <a:endParaRPr lang="en-US"/>
          </a:p>
        </p:txBody>
      </p:sp>
      <p:sp>
        <p:nvSpPr>
          <p:cNvPr id="10" name="Slide Number">
            <a:extLst>
              <a:ext uri="{FF2B5EF4-FFF2-40B4-BE49-F238E27FC236}">
                <a16:creationId xmlns:a16="http://schemas.microsoft.com/office/drawing/2014/main" id="{8B4E5AAE-435E-6612-1366-341F4E088C26}"/>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4" name="Graphic 3">
            <a:extLst>
              <a:ext uri="{FF2B5EF4-FFF2-40B4-BE49-F238E27FC236}">
                <a16:creationId xmlns:a16="http://schemas.microsoft.com/office/drawing/2014/main" id="{8C8C476A-E2BF-DEA3-74C5-88DE9D396BD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2994328555"/>
      </p:ext>
    </p:extLst>
  </p:cSld>
  <p:clrMapOvr>
    <a:overrideClrMapping bg1="lt1" tx1="dk1" bg2="lt2" tx2="dk2" accent1="accent1" accent2="accent2" accent3="accent3" accent4="accent4" accent5="accent5" accent6="accent6" hlink="hlink" folHlink="folHlink"/>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_Light Gre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B48FA69D-1F9E-F3B2-643F-2D88A17C054B}"/>
              </a:ext>
            </a:extLst>
          </p:cNvPr>
          <p:cNvSpPr>
            <a:spLocks noGrp="1"/>
          </p:cNvSpPr>
          <p:nvPr>
            <p:ph type="sldNum" sz="quarter" idx="10"/>
          </p:nvPr>
        </p:nvSpPr>
        <p:spPr>
          <a:xfrm>
            <a:off x="17069562" y="9663198"/>
            <a:ext cx="532638" cy="184666"/>
          </a:xfrm>
          <a:prstGeom prst="rect">
            <a:avLst/>
          </a:prstGeom>
        </p:spPr>
        <p:txBody>
          <a:bodyPr/>
          <a:lstStyle>
            <a:lvl1pPr>
              <a:defRPr>
                <a:solidFill>
                  <a:schemeClr val="tx2"/>
                </a:solidFill>
              </a:defRPr>
            </a:lvl1pPr>
          </a:lstStyle>
          <a:p>
            <a:fld id="{788E29E6-83F2-9B45-8ABC-D0D9D8FC3DD0}" type="slidenum">
              <a:rPr lang="en-US" smtClean="0"/>
              <a:pPr/>
              <a:t>‹#›</a:t>
            </a:fld>
            <a:endParaRPr lang="en-US"/>
          </a:p>
        </p:txBody>
      </p:sp>
      <p:sp>
        <p:nvSpPr>
          <p:cNvPr id="7" name="Slide Number">
            <a:extLst>
              <a:ext uri="{FF2B5EF4-FFF2-40B4-BE49-F238E27FC236}">
                <a16:creationId xmlns:a16="http://schemas.microsoft.com/office/drawing/2014/main" id="{0751893F-5279-44F6-8D33-68D5675E1C0D}"/>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tx2"/>
                </a:solidFill>
              </a:rPr>
              <a:t>PRIVATE AND CONFIDENTIAL</a:t>
            </a:r>
          </a:p>
        </p:txBody>
      </p:sp>
      <p:pic>
        <p:nvPicPr>
          <p:cNvPr id="3" name="Graphic 2">
            <a:extLst>
              <a:ext uri="{FF2B5EF4-FFF2-40B4-BE49-F238E27FC236}">
                <a16:creationId xmlns:a16="http://schemas.microsoft.com/office/drawing/2014/main" id="{9625ECF9-658A-2649-85DB-29C0A8ED13C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3810930158"/>
      </p:ext>
    </p:extLst>
  </p:cSld>
  <p:clrMapOvr>
    <a:overrideClrMapping bg1="lt1" tx1="dk1" bg2="lt2" tx2="dk2" accent1="accent1" accent2="accent2" accent3="accent3" accent4="accent4" accent5="accent5" accent6="accent6" hlink="hlink" folHlink="folHlink"/>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_Gra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BD0E7695-3425-EEE4-D902-D6F09DDC5618}"/>
              </a:ext>
            </a:extLst>
          </p:cNvPr>
          <p:cNvSpPr>
            <a:spLocks noGrp="1"/>
          </p:cNvSpPr>
          <p:nvPr>
            <p:ph type="sldNum" sz="quarter" idx="10"/>
          </p:nvPr>
        </p:nvSpPr>
        <p:spPr>
          <a:xfrm>
            <a:off x="17069562" y="9663198"/>
            <a:ext cx="532638" cy="184666"/>
          </a:xfrm>
          <a:prstGeom prst="rect">
            <a:avLst/>
          </a:prstGeom>
        </p:spPr>
        <p:txBody>
          <a:bodyPr/>
          <a:lstStyle>
            <a:lvl1pPr>
              <a:defRPr>
                <a:solidFill>
                  <a:schemeClr val="bg1"/>
                </a:solidFill>
              </a:defRPr>
            </a:lvl1pPr>
          </a:lstStyle>
          <a:p>
            <a:fld id="{788E29E6-83F2-9B45-8ABC-D0D9D8FC3DD0}" type="slidenum">
              <a:rPr lang="en-US" smtClean="0"/>
              <a:pPr/>
              <a:t>‹#›</a:t>
            </a:fld>
            <a:endParaRPr lang="en-US"/>
          </a:p>
        </p:txBody>
      </p:sp>
      <p:sp>
        <p:nvSpPr>
          <p:cNvPr id="7" name="Slide Number">
            <a:extLst>
              <a:ext uri="{FF2B5EF4-FFF2-40B4-BE49-F238E27FC236}">
                <a16:creationId xmlns:a16="http://schemas.microsoft.com/office/drawing/2014/main" id="{6376B5E2-76A8-1D79-BC07-9BB0D29911DE}"/>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pic>
        <p:nvPicPr>
          <p:cNvPr id="3" name="Graphic 2">
            <a:extLst>
              <a:ext uri="{FF2B5EF4-FFF2-40B4-BE49-F238E27FC236}">
                <a16:creationId xmlns:a16="http://schemas.microsoft.com/office/drawing/2014/main" id="{CC4A706D-37A1-CA1F-100A-62FBA40BC26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4104013768"/>
      </p:ext>
    </p:extLst>
  </p:cSld>
  <p:clrMapOvr>
    <a:overrideClrMapping bg1="lt1" tx1="dk1" bg2="lt2" tx2="dk2" accent1="accent1" accent2="accent2" accent3="accent3" accent4="accent4" accent5="accent5" accent6="accent6" hlink="hlink" folHlink="folHlink"/>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_Purple">
    <p:bg>
      <p:bgPr>
        <a:solidFill>
          <a:schemeClr val="accent1"/>
        </a:solidFill>
        <a:effectLst/>
      </p:bgPr>
    </p:bg>
    <p:spTree>
      <p:nvGrpSpPr>
        <p:cNvPr id="1" name=""/>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C008B1FB-7B2A-2D4B-0070-E80AC3B0153B}"/>
              </a:ext>
            </a:extLst>
          </p:cNvPr>
          <p:cNvSpPr>
            <a:spLocks noGrp="1"/>
          </p:cNvSpPr>
          <p:nvPr>
            <p:ph type="sldNum" sz="quarter" idx="10"/>
          </p:nvPr>
        </p:nvSpPr>
        <p:spPr>
          <a:xfrm>
            <a:off x="17069562" y="9663198"/>
            <a:ext cx="532638" cy="184666"/>
          </a:xfrm>
          <a:prstGeom prst="rect">
            <a:avLst/>
          </a:prstGeom>
        </p:spPr>
        <p:txBody>
          <a:bodyPr/>
          <a:lstStyle>
            <a:lvl1pPr>
              <a:defRPr>
                <a:solidFill>
                  <a:schemeClr val="bg1"/>
                </a:solidFill>
              </a:defRPr>
            </a:lvl1pPr>
          </a:lstStyle>
          <a:p>
            <a:fld id="{788E29E6-83F2-9B45-8ABC-D0D9D8FC3DD0}" type="slidenum">
              <a:rPr lang="en-US" smtClean="0"/>
              <a:pPr/>
              <a:t>‹#›</a:t>
            </a:fld>
            <a:endParaRPr lang="en-US"/>
          </a:p>
        </p:txBody>
      </p:sp>
      <p:sp>
        <p:nvSpPr>
          <p:cNvPr id="7" name="Slide Number">
            <a:extLst>
              <a:ext uri="{FF2B5EF4-FFF2-40B4-BE49-F238E27FC236}">
                <a16:creationId xmlns:a16="http://schemas.microsoft.com/office/drawing/2014/main" id="{D5C9E2E1-C887-7BDE-49B4-390CDD3FF25C}"/>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pic>
        <p:nvPicPr>
          <p:cNvPr id="2" name="Graphic 1">
            <a:extLst>
              <a:ext uri="{FF2B5EF4-FFF2-40B4-BE49-F238E27FC236}">
                <a16:creationId xmlns:a16="http://schemas.microsoft.com/office/drawing/2014/main" id="{588541DF-18EB-546E-746E-58DE534D69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454257087"/>
      </p:ext>
    </p:extLst>
  </p:cSld>
  <p:clrMapOvr>
    <a:overrideClrMapping bg1="lt1" tx1="dk1" bg2="lt2" tx2="dk2" accent1="accent1" accent2="accent2" accent3="accent3" accent4="accent4" accent5="accent5" accent6="accent6" hlink="hlink" folHlink="folHlink"/>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_Dark">
    <p:bg>
      <p:bgPr>
        <a:solidFill>
          <a:schemeClr val="tx2"/>
        </a:solidFill>
        <a:effectLst/>
      </p:bgPr>
    </p:bg>
    <p:spTree>
      <p:nvGrpSpPr>
        <p:cNvPr id="1" name=""/>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7DB442A7-5D63-14AC-975D-BE705FBED9CE}"/>
              </a:ext>
            </a:extLst>
          </p:cNvPr>
          <p:cNvSpPr>
            <a:spLocks noGrp="1"/>
          </p:cNvSpPr>
          <p:nvPr>
            <p:ph type="sldNum" sz="quarter" idx="10"/>
          </p:nvPr>
        </p:nvSpPr>
        <p:spPr>
          <a:xfrm>
            <a:off x="17069562" y="9663198"/>
            <a:ext cx="532638" cy="184666"/>
          </a:xfrm>
          <a:prstGeom prst="rect">
            <a:avLst/>
          </a:prstGeom>
        </p:spPr>
        <p:txBody>
          <a:bodyPr/>
          <a:lstStyle>
            <a:lvl1pPr>
              <a:defRPr>
                <a:solidFill>
                  <a:schemeClr val="bg1"/>
                </a:solidFill>
              </a:defRPr>
            </a:lvl1pPr>
          </a:lstStyle>
          <a:p>
            <a:fld id="{788E29E6-83F2-9B45-8ABC-D0D9D8FC3DD0}" type="slidenum">
              <a:rPr lang="en-US" smtClean="0"/>
              <a:pPr/>
              <a:t>‹#›</a:t>
            </a:fld>
            <a:endParaRPr lang="en-US"/>
          </a:p>
        </p:txBody>
      </p:sp>
      <p:sp>
        <p:nvSpPr>
          <p:cNvPr id="7" name="Slide Number">
            <a:extLst>
              <a:ext uri="{FF2B5EF4-FFF2-40B4-BE49-F238E27FC236}">
                <a16:creationId xmlns:a16="http://schemas.microsoft.com/office/drawing/2014/main" id="{604DE251-EBAF-9041-E232-21849ADAB92B}"/>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pic>
        <p:nvPicPr>
          <p:cNvPr id="2" name="Graphic 1">
            <a:extLst>
              <a:ext uri="{FF2B5EF4-FFF2-40B4-BE49-F238E27FC236}">
                <a16:creationId xmlns:a16="http://schemas.microsoft.com/office/drawing/2014/main" id="{477DACB3-7ED6-E593-AECA-0E65E4AD699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2524672718"/>
      </p:ext>
    </p:extLst>
  </p:cSld>
  <p:clrMapOvr>
    <a:overrideClrMapping bg1="lt1" tx1="dk1" bg2="lt2" tx2="dk2" accent1="accent1" accent2="accent2" accent3="accent3" accent4="accent4" accent5="accent5" accent6="accent6" hlink="hlink" folHlink="folHlink"/>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Slide_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87F2D0C-5D3E-5468-DA71-8206F239AB6E}"/>
              </a:ext>
            </a:extLst>
          </p:cNvPr>
          <p:cNvSpPr>
            <a:spLocks noGrp="1"/>
          </p:cNvSpPr>
          <p:nvPr>
            <p:ph type="body" sz="quarter" idx="11" hasCustomPrompt="1"/>
          </p:nvPr>
        </p:nvSpPr>
        <p:spPr>
          <a:xfrm>
            <a:off x="685799" y="3636268"/>
            <a:ext cx="8343899" cy="2326791"/>
          </a:xfrm>
        </p:spPr>
        <p:txBody>
          <a:bodyPr wrap="square" lIns="0" tIns="0" rIns="0" bIns="0" anchor="ctr">
            <a:spAutoFit/>
          </a:bodyPr>
          <a:lstStyle>
            <a:lvl1pPr marL="0" indent="0">
              <a:spcBef>
                <a:spcPts val="0"/>
              </a:spcBef>
              <a:buNone/>
              <a:defRPr sz="8400" b="0" spc="-3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a:t>
            </a:r>
            <a:br>
              <a:rPr lang="en-US"/>
            </a:br>
            <a:r>
              <a:rPr lang="en-US"/>
              <a:t>title here</a:t>
            </a:r>
          </a:p>
        </p:txBody>
      </p:sp>
      <p:sp>
        <p:nvSpPr>
          <p:cNvPr id="9" name="Text Placeholder 8">
            <a:extLst>
              <a:ext uri="{FF2B5EF4-FFF2-40B4-BE49-F238E27FC236}">
                <a16:creationId xmlns:a16="http://schemas.microsoft.com/office/drawing/2014/main" id="{5573520D-AC61-F993-C867-C30B81560BA3}"/>
              </a:ext>
            </a:extLst>
          </p:cNvPr>
          <p:cNvSpPr>
            <a:spLocks noGrp="1"/>
          </p:cNvSpPr>
          <p:nvPr>
            <p:ph type="body" sz="quarter" idx="12" hasCustomPrompt="1"/>
          </p:nvPr>
        </p:nvSpPr>
        <p:spPr>
          <a:xfrm>
            <a:off x="685800" y="6120581"/>
            <a:ext cx="8343900" cy="443198"/>
          </a:xfrm>
        </p:spPr>
        <p:txBody>
          <a:bodyPr wrap="square" lIns="0" tIns="0" rIns="0" bIns="0">
            <a:spAutoFit/>
          </a:bodyPr>
          <a:lstStyle>
            <a:lvl1pPr marL="0" indent="0">
              <a:buNone/>
              <a:defRPr sz="3200">
                <a:solidFill>
                  <a:schemeClr val="bg1"/>
                </a:solidFill>
                <a:latin typeface="+mj-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Subtitle goes here</a:t>
            </a:r>
          </a:p>
        </p:txBody>
      </p:sp>
      <p:sp>
        <p:nvSpPr>
          <p:cNvPr id="13" name="Text Placeholder 8">
            <a:extLst>
              <a:ext uri="{FF2B5EF4-FFF2-40B4-BE49-F238E27FC236}">
                <a16:creationId xmlns:a16="http://schemas.microsoft.com/office/drawing/2014/main" id="{CF65F058-D5A3-5F67-C302-C5A753355534}"/>
              </a:ext>
            </a:extLst>
          </p:cNvPr>
          <p:cNvSpPr>
            <a:spLocks noGrp="1"/>
          </p:cNvSpPr>
          <p:nvPr>
            <p:ph type="body" sz="quarter" idx="13" hasCustomPrompt="1"/>
          </p:nvPr>
        </p:nvSpPr>
        <p:spPr>
          <a:xfrm>
            <a:off x="685800" y="685800"/>
            <a:ext cx="2628900" cy="221599"/>
          </a:xfrm>
        </p:spPr>
        <p:txBody>
          <a:bodyPr wrap="square" lIns="0" tIns="0" rIns="0" bIns="0">
            <a:spAutoFit/>
          </a:bodyPr>
          <a:lstStyle>
            <a:lvl1pPr marL="0" indent="0">
              <a:buNone/>
              <a:defRPr sz="1600" b="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XX.XX.XX</a:t>
            </a:r>
          </a:p>
        </p:txBody>
      </p:sp>
      <p:sp>
        <p:nvSpPr>
          <p:cNvPr id="3" name="Slide Number">
            <a:extLst>
              <a:ext uri="{FF2B5EF4-FFF2-40B4-BE49-F238E27FC236}">
                <a16:creationId xmlns:a16="http://schemas.microsoft.com/office/drawing/2014/main" id="{325E82ED-8743-12C9-316C-B72A983DFFC4}"/>
              </a:ext>
            </a:extLst>
          </p:cNvPr>
          <p:cNvSpPr txBox="1">
            <a:spLocks/>
          </p:cNvSpPr>
          <p:nvPr userDrawn="1"/>
        </p:nvSpPr>
        <p:spPr>
          <a:xfrm>
            <a:off x="2114550" y="9407466"/>
            <a:ext cx="4355853" cy="123209"/>
          </a:xfrm>
          <a:prstGeom prst="rect">
            <a:avLst/>
          </a:prstGeom>
          <a:ln>
            <a:noFill/>
          </a:ln>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4" name="Graphic 3">
            <a:extLst>
              <a:ext uri="{FF2B5EF4-FFF2-40B4-BE49-F238E27FC236}">
                <a16:creationId xmlns:a16="http://schemas.microsoft.com/office/drawing/2014/main" id="{412FC8A3-C1CF-0A8D-5A15-AD648BD2B35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85800" y="9252857"/>
            <a:ext cx="1200150" cy="377283"/>
          </a:xfrm>
          <a:prstGeom prst="rect">
            <a:avLst/>
          </a:prstGeom>
        </p:spPr>
      </p:pic>
    </p:spTree>
    <p:extLst>
      <p:ext uri="{BB962C8B-B14F-4D97-AF65-F5344CB8AC3E}">
        <p14:creationId xmlns:p14="http://schemas.microsoft.com/office/powerpoint/2010/main" val="66707390"/>
      </p:ext>
    </p:extLst>
  </p:cSld>
  <p:clrMapOvr>
    <a:overrideClrMapping bg1="lt1" tx1="dk1" bg2="lt2" tx2="dk2" accent1="accent1" accent2="accent2" accent3="accent3" accent4="accent4" accent5="accent5" accent6="accent6" hlink="hlink" folHlink="folHlink"/>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Slide Dark">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87F2D0C-5D3E-5468-DA71-8206F239AB6E}"/>
              </a:ext>
            </a:extLst>
          </p:cNvPr>
          <p:cNvSpPr>
            <a:spLocks noGrp="1"/>
          </p:cNvSpPr>
          <p:nvPr>
            <p:ph type="body" sz="quarter" idx="11" hasCustomPrompt="1"/>
          </p:nvPr>
        </p:nvSpPr>
        <p:spPr>
          <a:xfrm>
            <a:off x="685799" y="3636268"/>
            <a:ext cx="8343899" cy="2326791"/>
          </a:xfrm>
        </p:spPr>
        <p:txBody>
          <a:bodyPr wrap="square" lIns="0" tIns="0" rIns="0" bIns="0">
            <a:spAutoFit/>
          </a:bodyPr>
          <a:lstStyle>
            <a:lvl1pPr marL="0" indent="0">
              <a:spcBef>
                <a:spcPts val="0"/>
              </a:spcBef>
              <a:buNone/>
              <a:defRPr sz="8400" b="0" spc="-3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a:t>
            </a:r>
            <a:br>
              <a:rPr lang="en-US"/>
            </a:br>
            <a:r>
              <a:rPr lang="en-US"/>
              <a:t>title here</a:t>
            </a:r>
          </a:p>
        </p:txBody>
      </p:sp>
      <p:sp>
        <p:nvSpPr>
          <p:cNvPr id="9" name="Text Placeholder 8">
            <a:extLst>
              <a:ext uri="{FF2B5EF4-FFF2-40B4-BE49-F238E27FC236}">
                <a16:creationId xmlns:a16="http://schemas.microsoft.com/office/drawing/2014/main" id="{5573520D-AC61-F993-C867-C30B81560BA3}"/>
              </a:ext>
            </a:extLst>
          </p:cNvPr>
          <p:cNvSpPr>
            <a:spLocks noGrp="1"/>
          </p:cNvSpPr>
          <p:nvPr>
            <p:ph type="body" sz="quarter" idx="12" hasCustomPrompt="1"/>
          </p:nvPr>
        </p:nvSpPr>
        <p:spPr>
          <a:xfrm>
            <a:off x="685800" y="6120581"/>
            <a:ext cx="8343900" cy="443198"/>
          </a:xfrm>
        </p:spPr>
        <p:txBody>
          <a:bodyPr wrap="square" lIns="0" tIns="0" rIns="0" bIns="0">
            <a:spAutoFit/>
          </a:bodyPr>
          <a:lstStyle>
            <a:lvl1pPr marL="0" indent="0">
              <a:buNone/>
              <a:defRPr sz="3200">
                <a:solidFill>
                  <a:schemeClr val="bg1"/>
                </a:solidFill>
                <a:latin typeface="+mj-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Subtitle goes here</a:t>
            </a:r>
          </a:p>
        </p:txBody>
      </p:sp>
      <p:sp>
        <p:nvSpPr>
          <p:cNvPr id="13" name="Text Placeholder 8">
            <a:extLst>
              <a:ext uri="{FF2B5EF4-FFF2-40B4-BE49-F238E27FC236}">
                <a16:creationId xmlns:a16="http://schemas.microsoft.com/office/drawing/2014/main" id="{CF65F058-D5A3-5F67-C302-C5A753355534}"/>
              </a:ext>
            </a:extLst>
          </p:cNvPr>
          <p:cNvSpPr>
            <a:spLocks noGrp="1"/>
          </p:cNvSpPr>
          <p:nvPr>
            <p:ph type="body" sz="quarter" idx="13" hasCustomPrompt="1"/>
          </p:nvPr>
        </p:nvSpPr>
        <p:spPr>
          <a:xfrm>
            <a:off x="685800" y="685800"/>
            <a:ext cx="2628900" cy="221599"/>
          </a:xfrm>
        </p:spPr>
        <p:txBody>
          <a:bodyPr wrap="square" lIns="0" tIns="0" rIns="0" bIns="0">
            <a:spAutoFit/>
          </a:bodyPr>
          <a:lstStyle>
            <a:lvl1pPr marL="0" indent="0">
              <a:buNone/>
              <a:defRPr sz="160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XX.XX.XX</a:t>
            </a:r>
          </a:p>
        </p:txBody>
      </p:sp>
      <p:sp>
        <p:nvSpPr>
          <p:cNvPr id="3" name="Slide Number">
            <a:extLst>
              <a:ext uri="{FF2B5EF4-FFF2-40B4-BE49-F238E27FC236}">
                <a16:creationId xmlns:a16="http://schemas.microsoft.com/office/drawing/2014/main" id="{2673844E-1F69-13D0-AA92-8B0CD5EB51CA}"/>
              </a:ext>
            </a:extLst>
          </p:cNvPr>
          <p:cNvSpPr txBox="1">
            <a:spLocks/>
          </p:cNvSpPr>
          <p:nvPr userDrawn="1"/>
        </p:nvSpPr>
        <p:spPr>
          <a:xfrm>
            <a:off x="2114550" y="9407466"/>
            <a:ext cx="4355853" cy="123209"/>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2" name="Graphic 1">
            <a:extLst>
              <a:ext uri="{FF2B5EF4-FFF2-40B4-BE49-F238E27FC236}">
                <a16:creationId xmlns:a16="http://schemas.microsoft.com/office/drawing/2014/main" id="{85139CE3-602C-B66B-5FF3-4891ACDF5B3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85800" y="9252857"/>
            <a:ext cx="1200150" cy="377283"/>
          </a:xfrm>
          <a:prstGeom prst="rect">
            <a:avLst/>
          </a:prstGeom>
        </p:spPr>
      </p:pic>
    </p:spTree>
    <p:extLst>
      <p:ext uri="{BB962C8B-B14F-4D97-AF65-F5344CB8AC3E}">
        <p14:creationId xmlns:p14="http://schemas.microsoft.com/office/powerpoint/2010/main" val="3933000302"/>
      </p:ext>
    </p:extLst>
  </p:cSld>
  <p:clrMapOvr>
    <a:overrideClrMapping bg1="lt1" tx1="dk1" bg2="lt2" tx2="dk2" accent1="accent1" accent2="accent2" accent3="accent3" accent4="accent4" accent5="accent5" accent6="accent6" hlink="hlink" folHlink="folHlink"/>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Slide L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87F2D0C-5D3E-5468-DA71-8206F239AB6E}"/>
              </a:ext>
            </a:extLst>
          </p:cNvPr>
          <p:cNvSpPr>
            <a:spLocks noGrp="1"/>
          </p:cNvSpPr>
          <p:nvPr>
            <p:ph type="body" sz="quarter" idx="11" hasCustomPrompt="1"/>
          </p:nvPr>
        </p:nvSpPr>
        <p:spPr>
          <a:xfrm>
            <a:off x="685799" y="3636268"/>
            <a:ext cx="8343899" cy="2326791"/>
          </a:xfrm>
        </p:spPr>
        <p:txBody>
          <a:bodyPr wrap="square" lIns="0" tIns="0" rIns="0" bIns="0" anchor="ctr">
            <a:spAutoFit/>
          </a:bodyPr>
          <a:lstStyle>
            <a:lvl1pPr marL="0" indent="0">
              <a:spcBef>
                <a:spcPts val="0"/>
              </a:spcBef>
              <a:buNone/>
              <a:defRPr sz="8400" b="0" spc="-30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a:t>
            </a:r>
            <a:br>
              <a:rPr lang="en-US"/>
            </a:br>
            <a:r>
              <a:rPr lang="en-US"/>
              <a:t>title here</a:t>
            </a:r>
          </a:p>
        </p:txBody>
      </p:sp>
      <p:sp>
        <p:nvSpPr>
          <p:cNvPr id="9" name="Text Placeholder 8">
            <a:extLst>
              <a:ext uri="{FF2B5EF4-FFF2-40B4-BE49-F238E27FC236}">
                <a16:creationId xmlns:a16="http://schemas.microsoft.com/office/drawing/2014/main" id="{5573520D-AC61-F993-C867-C30B81560BA3}"/>
              </a:ext>
            </a:extLst>
          </p:cNvPr>
          <p:cNvSpPr>
            <a:spLocks noGrp="1"/>
          </p:cNvSpPr>
          <p:nvPr>
            <p:ph type="body" sz="quarter" idx="12" hasCustomPrompt="1"/>
          </p:nvPr>
        </p:nvSpPr>
        <p:spPr>
          <a:xfrm>
            <a:off x="685800" y="6120581"/>
            <a:ext cx="8343900" cy="443198"/>
          </a:xfrm>
        </p:spPr>
        <p:txBody>
          <a:bodyPr wrap="square" lIns="0" tIns="0" rIns="0" bIns="0">
            <a:spAutoFit/>
          </a:bodyPr>
          <a:lstStyle>
            <a:lvl1pPr marL="0" indent="0">
              <a:buNone/>
              <a:defRPr sz="3200">
                <a:solidFill>
                  <a:schemeClr val="tx1"/>
                </a:solidFill>
                <a:latin typeface="+mj-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Subtitle goes here</a:t>
            </a:r>
          </a:p>
        </p:txBody>
      </p:sp>
      <p:sp>
        <p:nvSpPr>
          <p:cNvPr id="13" name="Text Placeholder 8">
            <a:extLst>
              <a:ext uri="{FF2B5EF4-FFF2-40B4-BE49-F238E27FC236}">
                <a16:creationId xmlns:a16="http://schemas.microsoft.com/office/drawing/2014/main" id="{CF65F058-D5A3-5F67-C302-C5A753355534}"/>
              </a:ext>
            </a:extLst>
          </p:cNvPr>
          <p:cNvSpPr>
            <a:spLocks noGrp="1"/>
          </p:cNvSpPr>
          <p:nvPr>
            <p:ph type="body" sz="quarter" idx="13" hasCustomPrompt="1"/>
          </p:nvPr>
        </p:nvSpPr>
        <p:spPr>
          <a:xfrm>
            <a:off x="685800" y="685800"/>
            <a:ext cx="2628900" cy="221599"/>
          </a:xfrm>
        </p:spPr>
        <p:txBody>
          <a:bodyPr wrap="square" lIns="0" tIns="0" rIns="0" bIns="0">
            <a:spAutoFit/>
          </a:bodyPr>
          <a:lstStyle>
            <a:lvl1pPr marL="0" indent="0">
              <a:buNone/>
              <a:defRPr sz="1600" b="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XX.XX.XX</a:t>
            </a:r>
          </a:p>
        </p:txBody>
      </p:sp>
      <p:sp>
        <p:nvSpPr>
          <p:cNvPr id="2" name="Slide Number">
            <a:extLst>
              <a:ext uri="{FF2B5EF4-FFF2-40B4-BE49-F238E27FC236}">
                <a16:creationId xmlns:a16="http://schemas.microsoft.com/office/drawing/2014/main" id="{A4C1AF68-B468-9D60-D517-17D1C1DDDF58}"/>
              </a:ext>
            </a:extLst>
          </p:cNvPr>
          <p:cNvSpPr txBox="1">
            <a:spLocks/>
          </p:cNvSpPr>
          <p:nvPr userDrawn="1"/>
        </p:nvSpPr>
        <p:spPr>
          <a:xfrm>
            <a:off x="2114550" y="9407466"/>
            <a:ext cx="4355853" cy="123209"/>
          </a:xfrm>
          <a:prstGeom prst="rect">
            <a:avLst/>
          </a:prstGeom>
          <a:ln>
            <a:noFill/>
          </a:ln>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4" name="Graphic 3">
            <a:extLst>
              <a:ext uri="{FF2B5EF4-FFF2-40B4-BE49-F238E27FC236}">
                <a16:creationId xmlns:a16="http://schemas.microsoft.com/office/drawing/2014/main" id="{B7E49E20-2DE5-D57C-9680-F6F34AFE697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85800" y="9252857"/>
            <a:ext cx="1200150" cy="377283"/>
          </a:xfrm>
          <a:prstGeom prst="rect">
            <a:avLst/>
          </a:prstGeom>
        </p:spPr>
      </p:pic>
    </p:spTree>
    <p:extLst>
      <p:ext uri="{BB962C8B-B14F-4D97-AF65-F5344CB8AC3E}">
        <p14:creationId xmlns:p14="http://schemas.microsoft.com/office/powerpoint/2010/main" val="3059712114"/>
      </p:ext>
    </p:extLst>
  </p:cSld>
  <p:clrMapOvr>
    <a:overrideClrMapping bg1="lt1" tx1="dk1" bg2="lt2" tx2="dk2" accent1="accent1" accent2="accent2" accent3="accent3" accent4="accent4" accent5="accent5" accent6="accent6" hlink="hlink" folHlink="folHlink"/>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Slide_NOW log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A white text on a black background&#10;&#10;Description automatically generated">
            <a:extLst>
              <a:ext uri="{FF2B5EF4-FFF2-40B4-BE49-F238E27FC236}">
                <a16:creationId xmlns:a16="http://schemas.microsoft.com/office/drawing/2014/main" id="{20A89B80-2C37-774C-1CB5-659DB6B817E1}"/>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2362200" y="0"/>
            <a:ext cx="15925800" cy="10287000"/>
          </a:xfrm>
          <a:prstGeom prst="rect">
            <a:avLst/>
          </a:prstGeom>
        </p:spPr>
      </p:pic>
      <p:sp>
        <p:nvSpPr>
          <p:cNvPr id="5" name="Text Placeholder 4">
            <a:extLst>
              <a:ext uri="{FF2B5EF4-FFF2-40B4-BE49-F238E27FC236}">
                <a16:creationId xmlns:a16="http://schemas.microsoft.com/office/drawing/2014/main" id="{487F2D0C-5D3E-5468-DA71-8206F239AB6E}"/>
              </a:ext>
            </a:extLst>
          </p:cNvPr>
          <p:cNvSpPr>
            <a:spLocks noGrp="1"/>
          </p:cNvSpPr>
          <p:nvPr>
            <p:ph type="body" sz="quarter" idx="11" hasCustomPrompt="1"/>
          </p:nvPr>
        </p:nvSpPr>
        <p:spPr>
          <a:xfrm>
            <a:off x="685799" y="3636268"/>
            <a:ext cx="8343899" cy="2326791"/>
          </a:xfrm>
        </p:spPr>
        <p:txBody>
          <a:bodyPr wrap="square" lIns="0" tIns="0" rIns="0" bIns="0" anchor="ctr">
            <a:spAutoFit/>
          </a:bodyPr>
          <a:lstStyle>
            <a:lvl1pPr marL="0" indent="0">
              <a:spcBef>
                <a:spcPts val="0"/>
              </a:spcBef>
              <a:buNone/>
              <a:defRPr sz="8400" b="0" spc="-3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a:t>
            </a:r>
            <a:br>
              <a:rPr lang="en-US"/>
            </a:br>
            <a:r>
              <a:rPr lang="en-US"/>
              <a:t>title here</a:t>
            </a:r>
          </a:p>
        </p:txBody>
      </p:sp>
      <p:sp>
        <p:nvSpPr>
          <p:cNvPr id="9" name="Text Placeholder 8">
            <a:extLst>
              <a:ext uri="{FF2B5EF4-FFF2-40B4-BE49-F238E27FC236}">
                <a16:creationId xmlns:a16="http://schemas.microsoft.com/office/drawing/2014/main" id="{5573520D-AC61-F993-C867-C30B81560BA3}"/>
              </a:ext>
            </a:extLst>
          </p:cNvPr>
          <p:cNvSpPr>
            <a:spLocks noGrp="1"/>
          </p:cNvSpPr>
          <p:nvPr>
            <p:ph type="body" sz="quarter" idx="12" hasCustomPrompt="1"/>
          </p:nvPr>
        </p:nvSpPr>
        <p:spPr>
          <a:xfrm>
            <a:off x="685800" y="6120581"/>
            <a:ext cx="8343900" cy="443198"/>
          </a:xfrm>
        </p:spPr>
        <p:txBody>
          <a:bodyPr wrap="square" lIns="0" tIns="0" rIns="0" bIns="0">
            <a:spAutoFit/>
          </a:bodyPr>
          <a:lstStyle>
            <a:lvl1pPr marL="0" indent="0">
              <a:buNone/>
              <a:defRPr sz="3200">
                <a:solidFill>
                  <a:schemeClr val="bg1"/>
                </a:solidFill>
                <a:latin typeface="+mj-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Subtitle goes here</a:t>
            </a:r>
          </a:p>
        </p:txBody>
      </p:sp>
      <p:sp>
        <p:nvSpPr>
          <p:cNvPr id="13" name="Text Placeholder 8">
            <a:extLst>
              <a:ext uri="{FF2B5EF4-FFF2-40B4-BE49-F238E27FC236}">
                <a16:creationId xmlns:a16="http://schemas.microsoft.com/office/drawing/2014/main" id="{CF65F058-D5A3-5F67-C302-C5A753355534}"/>
              </a:ext>
            </a:extLst>
          </p:cNvPr>
          <p:cNvSpPr>
            <a:spLocks noGrp="1"/>
          </p:cNvSpPr>
          <p:nvPr>
            <p:ph type="body" sz="quarter" idx="13" hasCustomPrompt="1"/>
          </p:nvPr>
        </p:nvSpPr>
        <p:spPr>
          <a:xfrm>
            <a:off x="685800" y="685800"/>
            <a:ext cx="2628900" cy="221599"/>
          </a:xfrm>
        </p:spPr>
        <p:txBody>
          <a:bodyPr wrap="square" lIns="0" tIns="0" rIns="0" bIns="0">
            <a:spAutoFit/>
          </a:bodyPr>
          <a:lstStyle>
            <a:lvl1pPr marL="0" indent="0">
              <a:buNone/>
              <a:defRPr sz="1600" b="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XX.XX.XX</a:t>
            </a:r>
          </a:p>
        </p:txBody>
      </p:sp>
      <p:sp>
        <p:nvSpPr>
          <p:cNvPr id="3" name="Slide Number">
            <a:extLst>
              <a:ext uri="{FF2B5EF4-FFF2-40B4-BE49-F238E27FC236}">
                <a16:creationId xmlns:a16="http://schemas.microsoft.com/office/drawing/2014/main" id="{325E82ED-8743-12C9-316C-B72A983DFFC4}"/>
              </a:ext>
            </a:extLst>
          </p:cNvPr>
          <p:cNvSpPr txBox="1">
            <a:spLocks/>
          </p:cNvSpPr>
          <p:nvPr userDrawn="1"/>
        </p:nvSpPr>
        <p:spPr>
          <a:xfrm>
            <a:off x="2114550" y="9407466"/>
            <a:ext cx="4355853" cy="123209"/>
          </a:xfrm>
          <a:prstGeom prst="rect">
            <a:avLst/>
          </a:prstGeom>
          <a:ln>
            <a:noFill/>
          </a:ln>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6" name="Graphic 5">
            <a:extLst>
              <a:ext uri="{FF2B5EF4-FFF2-40B4-BE49-F238E27FC236}">
                <a16:creationId xmlns:a16="http://schemas.microsoft.com/office/drawing/2014/main" id="{D05ED5A3-44E9-3240-ADB1-143AE881B6C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85800" y="9252857"/>
            <a:ext cx="1200150" cy="377283"/>
          </a:xfrm>
          <a:prstGeom prst="rect">
            <a:avLst/>
          </a:prstGeom>
        </p:spPr>
      </p:pic>
    </p:spTree>
    <p:extLst>
      <p:ext uri="{BB962C8B-B14F-4D97-AF65-F5344CB8AC3E}">
        <p14:creationId xmlns:p14="http://schemas.microsoft.com/office/powerpoint/2010/main" val="2470363829"/>
      </p:ext>
    </p:extLst>
  </p:cSld>
  <p:clrMapOvr>
    <a:overrideClrMapping bg1="lt1" tx1="dk1" bg2="lt2" tx2="dk2" accent1="accent1" accent2="accent2" accent3="accent3" accent4="accent4" accent5="accent5" accent6="accent6" hlink="hlink" folHlink="folHlink"/>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Slide_w/ Image">
    <p:bg>
      <p:bgPr>
        <a:solidFill>
          <a:schemeClr val="tx1"/>
        </a:solidFill>
        <a:effectLst/>
      </p:bgPr>
    </p:bg>
    <p:spTree>
      <p:nvGrpSpPr>
        <p:cNvPr id="1" name=""/>
        <p:cNvGrpSpPr/>
        <p:nvPr/>
      </p:nvGrpSpPr>
      <p:grpSpPr>
        <a:xfrm>
          <a:off x="0" y="0"/>
          <a:ext cx="0" cy="0"/>
          <a:chOff x="0" y="0"/>
          <a:chExt cx="0" cy="0"/>
        </a:xfrm>
      </p:grpSpPr>
      <p:sp>
        <p:nvSpPr>
          <p:cNvPr id="2" name="Picture Placeholder 3">
            <a:extLst>
              <a:ext uri="{FF2B5EF4-FFF2-40B4-BE49-F238E27FC236}">
                <a16:creationId xmlns:a16="http://schemas.microsoft.com/office/drawing/2014/main" id="{71397AEE-9877-E9FC-B4D6-67EAB66EA12B}"/>
              </a:ext>
            </a:extLst>
          </p:cNvPr>
          <p:cNvSpPr>
            <a:spLocks noGrp="1"/>
          </p:cNvSpPr>
          <p:nvPr>
            <p:ph type="pic" sz="quarter" idx="14" hasCustomPrompt="1"/>
          </p:nvPr>
        </p:nvSpPr>
        <p:spPr>
          <a:xfrm>
            <a:off x="0" y="0"/>
            <a:ext cx="18288000" cy="10287000"/>
          </a:xfrm>
          <a:gradFill>
            <a:gsLst>
              <a:gs pos="100000">
                <a:schemeClr val="tx2"/>
              </a:gs>
              <a:gs pos="0">
                <a:schemeClr val="accent1"/>
              </a:gs>
            </a:gsLst>
            <a:lin ang="19200000" scaled="0"/>
          </a:gradFill>
        </p:spPr>
        <p:txBody>
          <a:bodyPr anchor="ctr">
            <a:normAutofit/>
          </a:bodyPr>
          <a:lstStyle>
            <a:lvl1pPr marL="0" indent="0" algn="ctr">
              <a:buNone/>
              <a:defRPr sz="1600">
                <a:solidFill>
                  <a:schemeClr val="bg1"/>
                </a:solidFill>
              </a:defRPr>
            </a:lvl1pPr>
          </a:lstStyle>
          <a:p>
            <a:r>
              <a:rPr lang="en-US"/>
              <a:t>Click here to add image</a:t>
            </a:r>
          </a:p>
        </p:txBody>
      </p:sp>
      <p:sp>
        <p:nvSpPr>
          <p:cNvPr id="13" name="Text Placeholder 8">
            <a:extLst>
              <a:ext uri="{FF2B5EF4-FFF2-40B4-BE49-F238E27FC236}">
                <a16:creationId xmlns:a16="http://schemas.microsoft.com/office/drawing/2014/main" id="{CF65F058-D5A3-5F67-C302-C5A753355534}"/>
              </a:ext>
            </a:extLst>
          </p:cNvPr>
          <p:cNvSpPr>
            <a:spLocks noGrp="1"/>
          </p:cNvSpPr>
          <p:nvPr>
            <p:ph type="body" sz="quarter" idx="13" hasCustomPrompt="1"/>
          </p:nvPr>
        </p:nvSpPr>
        <p:spPr>
          <a:xfrm>
            <a:off x="685800" y="685800"/>
            <a:ext cx="2628900" cy="221599"/>
          </a:xfrm>
        </p:spPr>
        <p:txBody>
          <a:bodyPr wrap="square" lIns="0" tIns="0" rIns="0" bIns="0">
            <a:spAutoFit/>
          </a:bodyPr>
          <a:lstStyle>
            <a:lvl1pPr marL="0" indent="0">
              <a:buNone/>
              <a:defRPr sz="160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XX.XX.XX</a:t>
            </a:r>
          </a:p>
        </p:txBody>
      </p:sp>
      <p:sp>
        <p:nvSpPr>
          <p:cNvPr id="4" name="Text Placeholder 4">
            <a:extLst>
              <a:ext uri="{FF2B5EF4-FFF2-40B4-BE49-F238E27FC236}">
                <a16:creationId xmlns:a16="http://schemas.microsoft.com/office/drawing/2014/main" id="{0FC5AA93-6F5C-4714-516F-800DF3D3E730}"/>
              </a:ext>
            </a:extLst>
          </p:cNvPr>
          <p:cNvSpPr>
            <a:spLocks noGrp="1"/>
          </p:cNvSpPr>
          <p:nvPr>
            <p:ph type="body" sz="quarter" idx="11" hasCustomPrompt="1"/>
          </p:nvPr>
        </p:nvSpPr>
        <p:spPr>
          <a:xfrm>
            <a:off x="685799" y="3636268"/>
            <a:ext cx="9772651" cy="2326791"/>
          </a:xfrm>
        </p:spPr>
        <p:txBody>
          <a:bodyPr wrap="square" lIns="0" tIns="0" rIns="0" bIns="0" anchor="ctr">
            <a:spAutoFit/>
          </a:bodyPr>
          <a:lstStyle>
            <a:lvl1pPr marL="0" indent="0">
              <a:spcBef>
                <a:spcPts val="0"/>
              </a:spcBef>
              <a:buNone/>
              <a:defRPr sz="8400" b="0" spc="-3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a:t>
            </a:r>
            <a:br>
              <a:rPr lang="en-US"/>
            </a:br>
            <a:r>
              <a:rPr lang="en-US"/>
              <a:t>title here w/ image</a:t>
            </a:r>
          </a:p>
        </p:txBody>
      </p:sp>
      <p:sp>
        <p:nvSpPr>
          <p:cNvPr id="6" name="Text Placeholder 8">
            <a:extLst>
              <a:ext uri="{FF2B5EF4-FFF2-40B4-BE49-F238E27FC236}">
                <a16:creationId xmlns:a16="http://schemas.microsoft.com/office/drawing/2014/main" id="{5CE1755E-E586-3C84-D235-509CE464218E}"/>
              </a:ext>
            </a:extLst>
          </p:cNvPr>
          <p:cNvSpPr>
            <a:spLocks noGrp="1"/>
          </p:cNvSpPr>
          <p:nvPr>
            <p:ph type="body" sz="quarter" idx="12" hasCustomPrompt="1"/>
          </p:nvPr>
        </p:nvSpPr>
        <p:spPr>
          <a:xfrm>
            <a:off x="685800" y="6120581"/>
            <a:ext cx="8343900" cy="443198"/>
          </a:xfrm>
        </p:spPr>
        <p:txBody>
          <a:bodyPr wrap="square" lIns="0" tIns="0" rIns="0" bIns="0">
            <a:spAutoFit/>
          </a:bodyPr>
          <a:lstStyle>
            <a:lvl1pPr marL="0" indent="0">
              <a:buNone/>
              <a:defRPr sz="3200">
                <a:solidFill>
                  <a:schemeClr val="bg1"/>
                </a:solidFill>
                <a:latin typeface="+mj-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Subtitle goes here</a:t>
            </a:r>
          </a:p>
        </p:txBody>
      </p:sp>
      <p:sp>
        <p:nvSpPr>
          <p:cNvPr id="3" name="Slide Number">
            <a:extLst>
              <a:ext uri="{FF2B5EF4-FFF2-40B4-BE49-F238E27FC236}">
                <a16:creationId xmlns:a16="http://schemas.microsoft.com/office/drawing/2014/main" id="{DBDB7A75-9463-372A-C5CA-3EE8B5288132}"/>
              </a:ext>
            </a:extLst>
          </p:cNvPr>
          <p:cNvSpPr txBox="1">
            <a:spLocks/>
          </p:cNvSpPr>
          <p:nvPr userDrawn="1"/>
        </p:nvSpPr>
        <p:spPr>
          <a:xfrm>
            <a:off x="2114550" y="9407466"/>
            <a:ext cx="4355853" cy="123209"/>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pic>
        <p:nvPicPr>
          <p:cNvPr id="5" name="Graphic 4">
            <a:extLst>
              <a:ext uri="{FF2B5EF4-FFF2-40B4-BE49-F238E27FC236}">
                <a16:creationId xmlns:a16="http://schemas.microsoft.com/office/drawing/2014/main" id="{DF3FF472-679E-1F84-65B0-D9D14B1AE72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9252857"/>
            <a:ext cx="1200150" cy="377283"/>
          </a:xfrm>
          <a:prstGeom prst="rect">
            <a:avLst/>
          </a:prstGeom>
        </p:spPr>
      </p:pic>
    </p:spTree>
    <p:extLst>
      <p:ext uri="{BB962C8B-B14F-4D97-AF65-F5344CB8AC3E}">
        <p14:creationId xmlns:p14="http://schemas.microsoft.com/office/powerpoint/2010/main" val="4164918934"/>
      </p:ext>
    </p:extLst>
  </p:cSld>
  <p:clrMapOvr>
    <a:overrideClrMapping bg1="lt1" tx1="dk1" bg2="lt2" tx2="dk2" accent1="accent1" accent2="accent2" accent3="accent3" accent4="accent4" accent5="accent5" accent6="accent6" hlink="hlink" folHlink="folHlink"/>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_Purple">
    <p:bg>
      <p:bgPr>
        <a:solidFill>
          <a:schemeClr val="tx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87F2D0C-5D3E-5468-DA71-8206F239AB6E}"/>
              </a:ext>
            </a:extLst>
          </p:cNvPr>
          <p:cNvSpPr>
            <a:spLocks noGrp="1"/>
          </p:cNvSpPr>
          <p:nvPr>
            <p:ph type="body" sz="quarter" idx="11" hasCustomPrompt="1"/>
          </p:nvPr>
        </p:nvSpPr>
        <p:spPr>
          <a:xfrm>
            <a:off x="685799" y="2763281"/>
            <a:ext cx="6915151" cy="803297"/>
          </a:xfrm>
        </p:spPr>
        <p:txBody>
          <a:bodyPr wrap="square" lIns="0" tIns="0" rIns="0" bIns="0">
            <a:spAutoFit/>
          </a:bodyPr>
          <a:lstStyle>
            <a:lvl1pPr marL="0" indent="0">
              <a:spcBef>
                <a:spcPts val="0"/>
              </a:spcBef>
              <a:buNone/>
              <a:defRPr sz="5800" b="0" spc="-3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Agenda</a:t>
            </a:r>
          </a:p>
        </p:txBody>
      </p:sp>
      <p:sp>
        <p:nvSpPr>
          <p:cNvPr id="13" name="Text Placeholder 8">
            <a:extLst>
              <a:ext uri="{FF2B5EF4-FFF2-40B4-BE49-F238E27FC236}">
                <a16:creationId xmlns:a16="http://schemas.microsoft.com/office/drawing/2014/main" id="{CF65F058-D5A3-5F67-C302-C5A753355534}"/>
              </a:ext>
            </a:extLst>
          </p:cNvPr>
          <p:cNvSpPr>
            <a:spLocks noGrp="1"/>
          </p:cNvSpPr>
          <p:nvPr>
            <p:ph type="body" sz="quarter" idx="13" hasCustomPrompt="1"/>
          </p:nvPr>
        </p:nvSpPr>
        <p:spPr>
          <a:xfrm>
            <a:off x="685800" y="685800"/>
            <a:ext cx="5486400" cy="170816"/>
          </a:xfrm>
        </p:spPr>
        <p:txBody>
          <a:bodyPr wrap="square" lIns="0" tIns="0" rIns="0" bIns="0">
            <a:spAutoFit/>
          </a:bodyPr>
          <a:lstStyle>
            <a:lvl1pPr marL="0" indent="0">
              <a:buNone/>
              <a:defRPr sz="1200" b="0" cap="all" spc="200" baseline="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6" name="Text Placeholder 5">
            <a:extLst>
              <a:ext uri="{FF2B5EF4-FFF2-40B4-BE49-F238E27FC236}">
                <a16:creationId xmlns:a16="http://schemas.microsoft.com/office/drawing/2014/main" id="{15D40331-0CA5-0A93-24E0-7CFF7F01B0FB}"/>
              </a:ext>
            </a:extLst>
          </p:cNvPr>
          <p:cNvSpPr>
            <a:spLocks noGrp="1"/>
          </p:cNvSpPr>
          <p:nvPr>
            <p:ph type="body" sz="quarter" idx="15" hasCustomPrompt="1"/>
          </p:nvPr>
        </p:nvSpPr>
        <p:spPr>
          <a:xfrm>
            <a:off x="9258300" y="2763281"/>
            <a:ext cx="685800" cy="443198"/>
          </a:xfrm>
        </p:spPr>
        <p:txBody>
          <a:bodyPr lIns="0" tIns="0" rIns="0" bIns="0" anchor="ctr">
            <a:spAutoFit/>
          </a:bodyPr>
          <a:lstStyle>
            <a:lvl1pPr marL="0" indent="0" algn="l">
              <a:buNone/>
              <a:defRPr sz="3200" b="0">
                <a:solidFill>
                  <a:schemeClr val="bg1"/>
                </a:solidFill>
                <a:latin typeface="+mj-lt"/>
              </a:defRPr>
            </a:lvl1pPr>
            <a:lvl2pPr>
              <a:defRPr b="1"/>
            </a:lvl2pPr>
            <a:lvl3pPr>
              <a:defRPr b="1"/>
            </a:lvl3pPr>
            <a:lvl4pPr>
              <a:defRPr b="1"/>
            </a:lvl4pPr>
            <a:lvl5pPr>
              <a:defRPr b="1"/>
            </a:lvl5pPr>
          </a:lstStyle>
          <a:p>
            <a:pPr lvl="0"/>
            <a:r>
              <a:rPr lang="en-US"/>
              <a:t>1</a:t>
            </a:r>
          </a:p>
        </p:txBody>
      </p:sp>
      <p:sp>
        <p:nvSpPr>
          <p:cNvPr id="7" name="Text Placeholder 5">
            <a:extLst>
              <a:ext uri="{FF2B5EF4-FFF2-40B4-BE49-F238E27FC236}">
                <a16:creationId xmlns:a16="http://schemas.microsoft.com/office/drawing/2014/main" id="{076B250B-257C-7786-48E1-86842F266DE7}"/>
              </a:ext>
            </a:extLst>
          </p:cNvPr>
          <p:cNvSpPr>
            <a:spLocks noGrp="1"/>
          </p:cNvSpPr>
          <p:nvPr>
            <p:ph type="body" sz="quarter" idx="16" hasCustomPrompt="1"/>
          </p:nvPr>
        </p:nvSpPr>
        <p:spPr>
          <a:xfrm>
            <a:off x="9258300" y="3856854"/>
            <a:ext cx="685800" cy="443198"/>
          </a:xfrm>
        </p:spPr>
        <p:txBody>
          <a:bodyPr lIns="0" tIns="0" rIns="0" bIns="0" anchor="ctr">
            <a:spAutoFit/>
          </a:bodyPr>
          <a:lstStyle>
            <a:lvl1pPr marL="0" indent="0" algn="l">
              <a:buNone/>
              <a:defRPr sz="3200" b="0">
                <a:solidFill>
                  <a:schemeClr val="bg1"/>
                </a:solidFill>
                <a:latin typeface="+mj-lt"/>
              </a:defRPr>
            </a:lvl1pPr>
            <a:lvl2pPr>
              <a:defRPr b="1"/>
            </a:lvl2pPr>
            <a:lvl3pPr>
              <a:defRPr b="1"/>
            </a:lvl3pPr>
            <a:lvl4pPr>
              <a:defRPr b="1"/>
            </a:lvl4pPr>
            <a:lvl5pPr>
              <a:defRPr b="1"/>
            </a:lvl5pPr>
          </a:lstStyle>
          <a:p>
            <a:pPr lvl="0"/>
            <a:r>
              <a:rPr lang="en-US"/>
              <a:t>2</a:t>
            </a:r>
          </a:p>
        </p:txBody>
      </p:sp>
      <p:sp>
        <p:nvSpPr>
          <p:cNvPr id="8" name="Text Placeholder 5">
            <a:extLst>
              <a:ext uri="{FF2B5EF4-FFF2-40B4-BE49-F238E27FC236}">
                <a16:creationId xmlns:a16="http://schemas.microsoft.com/office/drawing/2014/main" id="{3E9F04B7-F887-2304-88D0-EB1F51F102C6}"/>
              </a:ext>
            </a:extLst>
          </p:cNvPr>
          <p:cNvSpPr>
            <a:spLocks noGrp="1"/>
          </p:cNvSpPr>
          <p:nvPr>
            <p:ph type="body" sz="quarter" idx="17" hasCustomPrompt="1"/>
          </p:nvPr>
        </p:nvSpPr>
        <p:spPr>
          <a:xfrm>
            <a:off x="9258300" y="4950427"/>
            <a:ext cx="685800" cy="443198"/>
          </a:xfrm>
        </p:spPr>
        <p:txBody>
          <a:bodyPr lIns="0" tIns="0" rIns="0" bIns="0" anchor="ctr">
            <a:spAutoFit/>
          </a:bodyPr>
          <a:lstStyle>
            <a:lvl1pPr marL="0" indent="0" algn="l">
              <a:buNone/>
              <a:defRPr sz="3200" b="0">
                <a:solidFill>
                  <a:schemeClr val="bg1"/>
                </a:solidFill>
                <a:latin typeface="+mj-lt"/>
              </a:defRPr>
            </a:lvl1pPr>
            <a:lvl2pPr>
              <a:defRPr b="1"/>
            </a:lvl2pPr>
            <a:lvl3pPr>
              <a:defRPr b="1"/>
            </a:lvl3pPr>
            <a:lvl4pPr>
              <a:defRPr b="1"/>
            </a:lvl4pPr>
            <a:lvl5pPr>
              <a:defRPr b="1"/>
            </a:lvl5pPr>
          </a:lstStyle>
          <a:p>
            <a:pPr lvl="0"/>
            <a:r>
              <a:rPr lang="en-US"/>
              <a:t>3</a:t>
            </a:r>
          </a:p>
        </p:txBody>
      </p:sp>
      <p:sp>
        <p:nvSpPr>
          <p:cNvPr id="10" name="Text Placeholder 5">
            <a:extLst>
              <a:ext uri="{FF2B5EF4-FFF2-40B4-BE49-F238E27FC236}">
                <a16:creationId xmlns:a16="http://schemas.microsoft.com/office/drawing/2014/main" id="{61115FD9-8659-0E15-5BB1-60A1158AE879}"/>
              </a:ext>
            </a:extLst>
          </p:cNvPr>
          <p:cNvSpPr>
            <a:spLocks noGrp="1"/>
          </p:cNvSpPr>
          <p:nvPr>
            <p:ph type="body" sz="quarter" idx="18" hasCustomPrompt="1"/>
          </p:nvPr>
        </p:nvSpPr>
        <p:spPr>
          <a:xfrm>
            <a:off x="9258300" y="6056615"/>
            <a:ext cx="685800" cy="443198"/>
          </a:xfrm>
        </p:spPr>
        <p:txBody>
          <a:bodyPr lIns="0" tIns="0" rIns="0" bIns="0" anchor="ctr">
            <a:spAutoFit/>
          </a:bodyPr>
          <a:lstStyle>
            <a:lvl1pPr marL="0" indent="0" algn="l">
              <a:buNone/>
              <a:defRPr sz="3200" b="0">
                <a:solidFill>
                  <a:schemeClr val="bg1"/>
                </a:solidFill>
                <a:latin typeface="+mj-lt"/>
              </a:defRPr>
            </a:lvl1pPr>
            <a:lvl2pPr>
              <a:defRPr b="1"/>
            </a:lvl2pPr>
            <a:lvl3pPr>
              <a:defRPr b="1"/>
            </a:lvl3pPr>
            <a:lvl4pPr>
              <a:defRPr b="1"/>
            </a:lvl4pPr>
            <a:lvl5pPr>
              <a:defRPr b="1"/>
            </a:lvl5pPr>
          </a:lstStyle>
          <a:p>
            <a:pPr lvl="0"/>
            <a:r>
              <a:rPr lang="en-US"/>
              <a:t>4</a:t>
            </a:r>
          </a:p>
        </p:txBody>
      </p:sp>
      <p:sp>
        <p:nvSpPr>
          <p:cNvPr id="11" name="Text Placeholder 5">
            <a:extLst>
              <a:ext uri="{FF2B5EF4-FFF2-40B4-BE49-F238E27FC236}">
                <a16:creationId xmlns:a16="http://schemas.microsoft.com/office/drawing/2014/main" id="{309DCF4F-28A6-CCF1-0520-332DF966C863}"/>
              </a:ext>
            </a:extLst>
          </p:cNvPr>
          <p:cNvSpPr>
            <a:spLocks noGrp="1"/>
          </p:cNvSpPr>
          <p:nvPr>
            <p:ph type="body" sz="quarter" idx="19" hasCustomPrompt="1"/>
          </p:nvPr>
        </p:nvSpPr>
        <p:spPr>
          <a:xfrm>
            <a:off x="9258300" y="7162803"/>
            <a:ext cx="685800" cy="443198"/>
          </a:xfrm>
        </p:spPr>
        <p:txBody>
          <a:bodyPr lIns="0" tIns="0" rIns="0" bIns="0" anchor="ctr">
            <a:spAutoFit/>
          </a:bodyPr>
          <a:lstStyle>
            <a:lvl1pPr marL="0" indent="0" algn="l">
              <a:buNone/>
              <a:defRPr sz="3200" b="0">
                <a:solidFill>
                  <a:schemeClr val="bg1"/>
                </a:solidFill>
                <a:latin typeface="+mj-lt"/>
              </a:defRPr>
            </a:lvl1pPr>
            <a:lvl2pPr>
              <a:defRPr b="1"/>
            </a:lvl2pPr>
            <a:lvl3pPr>
              <a:defRPr b="1"/>
            </a:lvl3pPr>
            <a:lvl4pPr>
              <a:defRPr b="1"/>
            </a:lvl4pPr>
            <a:lvl5pPr>
              <a:defRPr b="1"/>
            </a:lvl5pPr>
          </a:lstStyle>
          <a:p>
            <a:pPr lvl="0"/>
            <a:r>
              <a:rPr lang="en-US"/>
              <a:t>5</a:t>
            </a:r>
          </a:p>
        </p:txBody>
      </p:sp>
      <p:sp>
        <p:nvSpPr>
          <p:cNvPr id="14" name="Text Placeholder 13">
            <a:extLst>
              <a:ext uri="{FF2B5EF4-FFF2-40B4-BE49-F238E27FC236}">
                <a16:creationId xmlns:a16="http://schemas.microsoft.com/office/drawing/2014/main" id="{72BFBDA5-B317-C4C8-7ADF-4D01978466EE}"/>
              </a:ext>
            </a:extLst>
          </p:cNvPr>
          <p:cNvSpPr>
            <a:spLocks noGrp="1"/>
          </p:cNvSpPr>
          <p:nvPr>
            <p:ph type="body" sz="quarter" idx="20" hasCustomPrompt="1"/>
          </p:nvPr>
        </p:nvSpPr>
        <p:spPr>
          <a:xfrm>
            <a:off x="10687050" y="2763282"/>
            <a:ext cx="5486400" cy="443198"/>
          </a:xfrm>
        </p:spPr>
        <p:txBody>
          <a:bodyPr lIns="0" tIns="0" rIns="0" bIns="0" anchor="ctr">
            <a:spAutoFit/>
          </a:bodyPr>
          <a:lstStyle>
            <a:lvl1pPr marL="0" indent="0">
              <a:buNone/>
              <a:defRPr sz="3200">
                <a:solidFill>
                  <a:schemeClr val="bg1"/>
                </a:solidFill>
                <a:latin typeface="+mj-lt"/>
              </a:defRPr>
            </a:lvl1pPr>
            <a:lvl2pPr>
              <a:defRPr sz="2800">
                <a:solidFill>
                  <a:schemeClr val="bg1"/>
                </a:solidFill>
                <a:latin typeface="+mn-lt"/>
              </a:defRPr>
            </a:lvl2pPr>
            <a:lvl3pPr>
              <a:defRPr sz="2400">
                <a:solidFill>
                  <a:schemeClr val="bg1"/>
                </a:solidFill>
                <a:latin typeface="+mn-lt"/>
              </a:defRPr>
            </a:lvl3pPr>
            <a:lvl4pPr>
              <a:defRPr sz="2000">
                <a:solidFill>
                  <a:schemeClr val="bg1"/>
                </a:solidFill>
                <a:latin typeface="+mn-lt"/>
              </a:defRPr>
            </a:lvl4pPr>
            <a:lvl5pPr>
              <a:defRPr sz="2000">
                <a:solidFill>
                  <a:schemeClr val="bg1"/>
                </a:solidFill>
                <a:latin typeface="+mn-lt"/>
              </a:defRPr>
            </a:lvl5pPr>
          </a:lstStyle>
          <a:p>
            <a:pPr lvl="0"/>
            <a:r>
              <a:rPr lang="en-US"/>
              <a:t>Lorem ipsum dolor sit </a:t>
            </a:r>
            <a:r>
              <a:rPr lang="en-US" err="1"/>
              <a:t>amet</a:t>
            </a:r>
            <a:endParaRPr lang="en-US"/>
          </a:p>
        </p:txBody>
      </p:sp>
      <p:sp>
        <p:nvSpPr>
          <p:cNvPr id="15" name="Text Placeholder 13">
            <a:extLst>
              <a:ext uri="{FF2B5EF4-FFF2-40B4-BE49-F238E27FC236}">
                <a16:creationId xmlns:a16="http://schemas.microsoft.com/office/drawing/2014/main" id="{1440DB40-6E6D-8A0E-949F-157BB7D83EBC}"/>
              </a:ext>
            </a:extLst>
          </p:cNvPr>
          <p:cNvSpPr>
            <a:spLocks noGrp="1"/>
          </p:cNvSpPr>
          <p:nvPr>
            <p:ph type="body" sz="quarter" idx="21" hasCustomPrompt="1"/>
          </p:nvPr>
        </p:nvSpPr>
        <p:spPr>
          <a:xfrm>
            <a:off x="10687050" y="3856855"/>
            <a:ext cx="5486400" cy="443198"/>
          </a:xfrm>
        </p:spPr>
        <p:txBody>
          <a:bodyPr lIns="0" tIns="0" rIns="0" bIns="0" anchor="ctr">
            <a:spAutoFit/>
          </a:bodyPr>
          <a:lstStyle>
            <a:lvl1pPr marL="0" indent="0">
              <a:buNone/>
              <a:defRPr sz="3200">
                <a:solidFill>
                  <a:schemeClr val="bg1"/>
                </a:solidFill>
                <a:latin typeface="+mj-lt"/>
              </a:defRPr>
            </a:lvl1pPr>
            <a:lvl2pPr>
              <a:defRPr sz="2800">
                <a:solidFill>
                  <a:schemeClr val="bg1"/>
                </a:solidFill>
                <a:latin typeface="+mn-lt"/>
              </a:defRPr>
            </a:lvl2pPr>
            <a:lvl3pPr>
              <a:defRPr sz="2400">
                <a:solidFill>
                  <a:schemeClr val="bg1"/>
                </a:solidFill>
                <a:latin typeface="+mn-lt"/>
              </a:defRPr>
            </a:lvl3pPr>
            <a:lvl4pPr>
              <a:defRPr sz="2000">
                <a:solidFill>
                  <a:schemeClr val="bg1"/>
                </a:solidFill>
                <a:latin typeface="+mn-lt"/>
              </a:defRPr>
            </a:lvl4pPr>
            <a:lvl5pPr>
              <a:defRPr sz="2000">
                <a:solidFill>
                  <a:schemeClr val="bg1"/>
                </a:solidFill>
                <a:latin typeface="+mn-lt"/>
              </a:defRPr>
            </a:lvl5pPr>
          </a:lstStyle>
          <a:p>
            <a:pPr lvl="0"/>
            <a:r>
              <a:rPr lang="en-US"/>
              <a:t>Lorem ipsum dolor sit </a:t>
            </a:r>
            <a:r>
              <a:rPr lang="en-US" err="1"/>
              <a:t>amet</a:t>
            </a:r>
            <a:endParaRPr lang="en-US"/>
          </a:p>
        </p:txBody>
      </p:sp>
      <p:sp>
        <p:nvSpPr>
          <p:cNvPr id="16" name="Text Placeholder 13">
            <a:extLst>
              <a:ext uri="{FF2B5EF4-FFF2-40B4-BE49-F238E27FC236}">
                <a16:creationId xmlns:a16="http://schemas.microsoft.com/office/drawing/2014/main" id="{CAB1F561-C5EF-5FDF-22E3-688AD0897EA9}"/>
              </a:ext>
            </a:extLst>
          </p:cNvPr>
          <p:cNvSpPr>
            <a:spLocks noGrp="1"/>
          </p:cNvSpPr>
          <p:nvPr>
            <p:ph type="body" sz="quarter" idx="22" hasCustomPrompt="1"/>
          </p:nvPr>
        </p:nvSpPr>
        <p:spPr>
          <a:xfrm>
            <a:off x="10687050" y="4950428"/>
            <a:ext cx="5486400" cy="443198"/>
          </a:xfrm>
        </p:spPr>
        <p:txBody>
          <a:bodyPr lIns="0" tIns="0" rIns="0" bIns="0" anchor="ctr">
            <a:spAutoFit/>
          </a:bodyPr>
          <a:lstStyle>
            <a:lvl1pPr marL="0" indent="0">
              <a:buNone/>
              <a:defRPr sz="3200">
                <a:solidFill>
                  <a:schemeClr val="bg1"/>
                </a:solidFill>
                <a:latin typeface="+mj-lt"/>
              </a:defRPr>
            </a:lvl1pPr>
            <a:lvl2pPr>
              <a:defRPr sz="2800">
                <a:solidFill>
                  <a:schemeClr val="bg1"/>
                </a:solidFill>
                <a:latin typeface="+mn-lt"/>
              </a:defRPr>
            </a:lvl2pPr>
            <a:lvl3pPr>
              <a:defRPr sz="2400">
                <a:solidFill>
                  <a:schemeClr val="bg1"/>
                </a:solidFill>
                <a:latin typeface="+mn-lt"/>
              </a:defRPr>
            </a:lvl3pPr>
            <a:lvl4pPr>
              <a:defRPr sz="2000">
                <a:solidFill>
                  <a:schemeClr val="bg1"/>
                </a:solidFill>
                <a:latin typeface="+mn-lt"/>
              </a:defRPr>
            </a:lvl4pPr>
            <a:lvl5pPr>
              <a:defRPr sz="2000">
                <a:solidFill>
                  <a:schemeClr val="bg1"/>
                </a:solidFill>
                <a:latin typeface="+mn-lt"/>
              </a:defRPr>
            </a:lvl5pPr>
          </a:lstStyle>
          <a:p>
            <a:pPr lvl="0"/>
            <a:r>
              <a:rPr lang="en-US"/>
              <a:t>Lorem ipsum dolor sit </a:t>
            </a:r>
            <a:r>
              <a:rPr lang="en-US" err="1"/>
              <a:t>amet</a:t>
            </a:r>
            <a:endParaRPr lang="en-US"/>
          </a:p>
        </p:txBody>
      </p:sp>
      <p:sp>
        <p:nvSpPr>
          <p:cNvPr id="17" name="Text Placeholder 13">
            <a:extLst>
              <a:ext uri="{FF2B5EF4-FFF2-40B4-BE49-F238E27FC236}">
                <a16:creationId xmlns:a16="http://schemas.microsoft.com/office/drawing/2014/main" id="{5900252A-0C90-7184-27E7-2E3DE9CFEBBC}"/>
              </a:ext>
            </a:extLst>
          </p:cNvPr>
          <p:cNvSpPr>
            <a:spLocks noGrp="1"/>
          </p:cNvSpPr>
          <p:nvPr>
            <p:ph type="body" sz="quarter" idx="23" hasCustomPrompt="1"/>
          </p:nvPr>
        </p:nvSpPr>
        <p:spPr>
          <a:xfrm>
            <a:off x="10687050" y="6056616"/>
            <a:ext cx="5486400" cy="443198"/>
          </a:xfrm>
        </p:spPr>
        <p:txBody>
          <a:bodyPr lIns="0" tIns="0" rIns="0" bIns="0" anchor="ctr">
            <a:spAutoFit/>
          </a:bodyPr>
          <a:lstStyle>
            <a:lvl1pPr marL="0" indent="0">
              <a:buNone/>
              <a:defRPr sz="3200">
                <a:solidFill>
                  <a:schemeClr val="bg1"/>
                </a:solidFill>
                <a:latin typeface="+mj-lt"/>
              </a:defRPr>
            </a:lvl1pPr>
            <a:lvl2pPr>
              <a:defRPr sz="2800">
                <a:solidFill>
                  <a:schemeClr val="bg1"/>
                </a:solidFill>
                <a:latin typeface="+mn-lt"/>
              </a:defRPr>
            </a:lvl2pPr>
            <a:lvl3pPr>
              <a:defRPr sz="2400">
                <a:solidFill>
                  <a:schemeClr val="bg1"/>
                </a:solidFill>
                <a:latin typeface="+mn-lt"/>
              </a:defRPr>
            </a:lvl3pPr>
            <a:lvl4pPr>
              <a:defRPr sz="2000">
                <a:solidFill>
                  <a:schemeClr val="bg1"/>
                </a:solidFill>
                <a:latin typeface="+mn-lt"/>
              </a:defRPr>
            </a:lvl4pPr>
            <a:lvl5pPr>
              <a:defRPr sz="2000">
                <a:solidFill>
                  <a:schemeClr val="bg1"/>
                </a:solidFill>
                <a:latin typeface="+mn-lt"/>
              </a:defRPr>
            </a:lvl5pPr>
          </a:lstStyle>
          <a:p>
            <a:pPr lvl="0"/>
            <a:r>
              <a:rPr lang="en-US"/>
              <a:t>Lorem ipsum dolor sit </a:t>
            </a:r>
            <a:r>
              <a:rPr lang="en-US" err="1"/>
              <a:t>amet</a:t>
            </a:r>
            <a:endParaRPr lang="en-US"/>
          </a:p>
        </p:txBody>
      </p:sp>
      <p:sp>
        <p:nvSpPr>
          <p:cNvPr id="18" name="Text Placeholder 13">
            <a:extLst>
              <a:ext uri="{FF2B5EF4-FFF2-40B4-BE49-F238E27FC236}">
                <a16:creationId xmlns:a16="http://schemas.microsoft.com/office/drawing/2014/main" id="{4D155B32-AA39-B1BC-5E03-989E66A12D22}"/>
              </a:ext>
            </a:extLst>
          </p:cNvPr>
          <p:cNvSpPr>
            <a:spLocks noGrp="1"/>
          </p:cNvSpPr>
          <p:nvPr>
            <p:ph type="body" sz="quarter" idx="24" hasCustomPrompt="1"/>
          </p:nvPr>
        </p:nvSpPr>
        <p:spPr>
          <a:xfrm>
            <a:off x="10687050" y="7167336"/>
            <a:ext cx="5486400" cy="443198"/>
          </a:xfrm>
        </p:spPr>
        <p:txBody>
          <a:bodyPr lIns="0" tIns="0" rIns="0" bIns="0" anchor="ctr">
            <a:spAutoFit/>
          </a:bodyPr>
          <a:lstStyle>
            <a:lvl1pPr marL="0" indent="0">
              <a:buNone/>
              <a:defRPr sz="3200">
                <a:solidFill>
                  <a:schemeClr val="bg1"/>
                </a:solidFill>
                <a:latin typeface="+mj-lt"/>
              </a:defRPr>
            </a:lvl1pPr>
            <a:lvl2pPr>
              <a:defRPr sz="2800">
                <a:solidFill>
                  <a:schemeClr val="bg1"/>
                </a:solidFill>
                <a:latin typeface="+mn-lt"/>
              </a:defRPr>
            </a:lvl2pPr>
            <a:lvl3pPr>
              <a:defRPr sz="2400">
                <a:solidFill>
                  <a:schemeClr val="bg1"/>
                </a:solidFill>
                <a:latin typeface="+mn-lt"/>
              </a:defRPr>
            </a:lvl3pPr>
            <a:lvl4pPr>
              <a:defRPr sz="2000">
                <a:solidFill>
                  <a:schemeClr val="bg1"/>
                </a:solidFill>
                <a:latin typeface="+mn-lt"/>
              </a:defRPr>
            </a:lvl4pPr>
            <a:lvl5pPr>
              <a:defRPr sz="2000">
                <a:solidFill>
                  <a:schemeClr val="bg1"/>
                </a:solidFill>
                <a:latin typeface="+mn-lt"/>
              </a:defRPr>
            </a:lvl5pPr>
          </a:lstStyle>
          <a:p>
            <a:pPr lvl="0"/>
            <a:r>
              <a:rPr lang="en-US"/>
              <a:t>Lorem ipsum dolor sit </a:t>
            </a:r>
            <a:r>
              <a:rPr lang="en-US" err="1"/>
              <a:t>amet</a:t>
            </a:r>
            <a:endParaRPr lang="en-US"/>
          </a:p>
        </p:txBody>
      </p:sp>
      <p:sp>
        <p:nvSpPr>
          <p:cNvPr id="22" name="Slide Number">
            <a:extLst>
              <a:ext uri="{FF2B5EF4-FFF2-40B4-BE49-F238E27FC236}">
                <a16:creationId xmlns:a16="http://schemas.microsoft.com/office/drawing/2014/main" id="{585452F7-A6E8-617D-8487-B26728C4FA14}"/>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sp>
        <p:nvSpPr>
          <p:cNvPr id="3" name="Slide Number">
            <a:extLst>
              <a:ext uri="{FF2B5EF4-FFF2-40B4-BE49-F238E27FC236}">
                <a16:creationId xmlns:a16="http://schemas.microsoft.com/office/drawing/2014/main" id="{FE9357D5-0DE6-DBDF-A7A1-E5806170F3D8}"/>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1"/>
                </a:solidFill>
                <a:latin typeface="+mn-lt"/>
              </a:rPr>
              <a:pPr algn="r"/>
              <a:t>‹#›</a:t>
            </a:fld>
            <a:endParaRPr lang="en-US" sz="1350">
              <a:solidFill>
                <a:schemeClr val="bg1"/>
              </a:solidFill>
              <a:latin typeface="+mn-lt"/>
            </a:endParaRPr>
          </a:p>
        </p:txBody>
      </p:sp>
      <p:pic>
        <p:nvPicPr>
          <p:cNvPr id="4" name="Graphic 3">
            <a:extLst>
              <a:ext uri="{FF2B5EF4-FFF2-40B4-BE49-F238E27FC236}">
                <a16:creationId xmlns:a16="http://schemas.microsoft.com/office/drawing/2014/main" id="{323444AF-97AE-9122-610C-468B79142DA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1663243423"/>
      </p:ext>
    </p:extLst>
  </p:cSld>
  <p:clrMapOvr>
    <a:overrideClrMapping bg1="lt1" tx1="dk1" bg2="lt2" tx2="dk2" accent1="accent1" accent2="accent2" accent3="accent3" accent4="accent4" accent5="accent5" accent6="accent6" hlink="hlink" folHlink="folHlink"/>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ext Placeholder 8">
            <a:extLst>
              <a:ext uri="{FF2B5EF4-FFF2-40B4-BE49-F238E27FC236}">
                <a16:creationId xmlns:a16="http://schemas.microsoft.com/office/drawing/2014/main" id="{CF65F058-D5A3-5F67-C302-C5A753355534}"/>
              </a:ext>
            </a:extLst>
          </p:cNvPr>
          <p:cNvSpPr>
            <a:spLocks noGrp="1"/>
          </p:cNvSpPr>
          <p:nvPr>
            <p:ph type="body" sz="quarter" idx="13" hasCustomPrompt="1"/>
          </p:nvPr>
        </p:nvSpPr>
        <p:spPr>
          <a:xfrm>
            <a:off x="685800" y="685800"/>
            <a:ext cx="5486400" cy="170816"/>
          </a:xfrm>
        </p:spPr>
        <p:txBody>
          <a:bodyPr wrap="square" lIns="0" tIns="0" rIns="0" bIns="0">
            <a:spAutoFit/>
          </a:bodyPr>
          <a:lstStyle>
            <a:lvl1pPr marL="0" indent="0">
              <a:buNone/>
              <a:defRPr sz="1200" b="0" cap="all" spc="200" baseline="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3" name="Text Placeholder 4">
            <a:extLst>
              <a:ext uri="{FF2B5EF4-FFF2-40B4-BE49-F238E27FC236}">
                <a16:creationId xmlns:a16="http://schemas.microsoft.com/office/drawing/2014/main" id="{86E94684-522F-2B2D-9922-D36402EB56CD}"/>
              </a:ext>
            </a:extLst>
          </p:cNvPr>
          <p:cNvSpPr>
            <a:spLocks noGrp="1"/>
          </p:cNvSpPr>
          <p:nvPr>
            <p:ph type="body" sz="quarter" idx="11" hasCustomPrompt="1"/>
          </p:nvPr>
        </p:nvSpPr>
        <p:spPr>
          <a:xfrm>
            <a:off x="685799" y="2763281"/>
            <a:ext cx="6915151" cy="803297"/>
          </a:xfrm>
        </p:spPr>
        <p:txBody>
          <a:bodyPr wrap="square" lIns="0" tIns="0" rIns="0" bIns="0">
            <a:spAutoFit/>
          </a:bodyPr>
          <a:lstStyle>
            <a:lvl1pPr marL="0" indent="0">
              <a:spcBef>
                <a:spcPts val="0"/>
              </a:spcBef>
              <a:buNone/>
              <a:defRPr sz="5800" b="0" spc="-30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Agenda</a:t>
            </a:r>
          </a:p>
        </p:txBody>
      </p:sp>
      <p:sp>
        <p:nvSpPr>
          <p:cNvPr id="9" name="Text Placeholder 5">
            <a:extLst>
              <a:ext uri="{FF2B5EF4-FFF2-40B4-BE49-F238E27FC236}">
                <a16:creationId xmlns:a16="http://schemas.microsoft.com/office/drawing/2014/main" id="{8805FB43-37DE-91B6-D1A1-D5AB84E0C56F}"/>
              </a:ext>
            </a:extLst>
          </p:cNvPr>
          <p:cNvSpPr>
            <a:spLocks noGrp="1"/>
          </p:cNvSpPr>
          <p:nvPr>
            <p:ph type="body" sz="quarter" idx="15" hasCustomPrompt="1"/>
          </p:nvPr>
        </p:nvSpPr>
        <p:spPr>
          <a:xfrm>
            <a:off x="9258300" y="2763281"/>
            <a:ext cx="685800" cy="443198"/>
          </a:xfrm>
        </p:spPr>
        <p:txBody>
          <a:bodyPr lIns="0" tIns="0" rIns="0" bIns="0" anchor="ctr">
            <a:spAutoFit/>
          </a:bodyPr>
          <a:lstStyle>
            <a:lvl1pPr marL="0" indent="0" algn="l">
              <a:buNone/>
              <a:defRPr sz="3200" b="0">
                <a:solidFill>
                  <a:schemeClr val="tx1"/>
                </a:solidFill>
                <a:latin typeface="+mj-lt"/>
              </a:defRPr>
            </a:lvl1pPr>
            <a:lvl2pPr>
              <a:defRPr b="1"/>
            </a:lvl2pPr>
            <a:lvl3pPr>
              <a:defRPr b="1"/>
            </a:lvl3pPr>
            <a:lvl4pPr>
              <a:defRPr b="1"/>
            </a:lvl4pPr>
            <a:lvl5pPr>
              <a:defRPr b="1"/>
            </a:lvl5pPr>
          </a:lstStyle>
          <a:p>
            <a:pPr lvl="0"/>
            <a:r>
              <a:rPr lang="en-US"/>
              <a:t>1</a:t>
            </a:r>
          </a:p>
        </p:txBody>
      </p:sp>
      <p:sp>
        <p:nvSpPr>
          <p:cNvPr id="12" name="Text Placeholder 5">
            <a:extLst>
              <a:ext uri="{FF2B5EF4-FFF2-40B4-BE49-F238E27FC236}">
                <a16:creationId xmlns:a16="http://schemas.microsoft.com/office/drawing/2014/main" id="{AD412693-581B-4C4B-D45F-0ABA6890EE82}"/>
              </a:ext>
            </a:extLst>
          </p:cNvPr>
          <p:cNvSpPr>
            <a:spLocks noGrp="1"/>
          </p:cNvSpPr>
          <p:nvPr>
            <p:ph type="body" sz="quarter" idx="16" hasCustomPrompt="1"/>
          </p:nvPr>
        </p:nvSpPr>
        <p:spPr>
          <a:xfrm>
            <a:off x="9258300" y="3856854"/>
            <a:ext cx="685800" cy="443198"/>
          </a:xfrm>
        </p:spPr>
        <p:txBody>
          <a:bodyPr lIns="0" tIns="0" rIns="0" bIns="0" anchor="ctr">
            <a:spAutoFit/>
          </a:bodyPr>
          <a:lstStyle>
            <a:lvl1pPr marL="0" indent="0" algn="l">
              <a:buNone/>
              <a:defRPr sz="3200" b="0">
                <a:solidFill>
                  <a:schemeClr val="tx1"/>
                </a:solidFill>
                <a:latin typeface="+mj-lt"/>
              </a:defRPr>
            </a:lvl1pPr>
            <a:lvl2pPr>
              <a:defRPr b="1"/>
            </a:lvl2pPr>
            <a:lvl3pPr>
              <a:defRPr b="1"/>
            </a:lvl3pPr>
            <a:lvl4pPr>
              <a:defRPr b="1"/>
            </a:lvl4pPr>
            <a:lvl5pPr>
              <a:defRPr b="1"/>
            </a:lvl5pPr>
          </a:lstStyle>
          <a:p>
            <a:pPr lvl="0"/>
            <a:r>
              <a:rPr lang="en-US"/>
              <a:t>2</a:t>
            </a:r>
          </a:p>
        </p:txBody>
      </p:sp>
      <p:sp>
        <p:nvSpPr>
          <p:cNvPr id="19" name="Text Placeholder 5">
            <a:extLst>
              <a:ext uri="{FF2B5EF4-FFF2-40B4-BE49-F238E27FC236}">
                <a16:creationId xmlns:a16="http://schemas.microsoft.com/office/drawing/2014/main" id="{B7024AA4-84A7-DC88-869C-6605326C8C79}"/>
              </a:ext>
            </a:extLst>
          </p:cNvPr>
          <p:cNvSpPr>
            <a:spLocks noGrp="1"/>
          </p:cNvSpPr>
          <p:nvPr>
            <p:ph type="body" sz="quarter" idx="17" hasCustomPrompt="1"/>
          </p:nvPr>
        </p:nvSpPr>
        <p:spPr>
          <a:xfrm>
            <a:off x="9258300" y="4950427"/>
            <a:ext cx="685800" cy="443198"/>
          </a:xfrm>
        </p:spPr>
        <p:txBody>
          <a:bodyPr lIns="0" tIns="0" rIns="0" bIns="0" anchor="ctr">
            <a:spAutoFit/>
          </a:bodyPr>
          <a:lstStyle>
            <a:lvl1pPr marL="0" indent="0" algn="l">
              <a:buNone/>
              <a:defRPr sz="3200" b="0">
                <a:solidFill>
                  <a:schemeClr val="tx1"/>
                </a:solidFill>
                <a:latin typeface="+mj-lt"/>
              </a:defRPr>
            </a:lvl1pPr>
            <a:lvl2pPr>
              <a:defRPr b="1"/>
            </a:lvl2pPr>
            <a:lvl3pPr>
              <a:defRPr b="1"/>
            </a:lvl3pPr>
            <a:lvl4pPr>
              <a:defRPr b="1"/>
            </a:lvl4pPr>
            <a:lvl5pPr>
              <a:defRPr b="1"/>
            </a:lvl5pPr>
          </a:lstStyle>
          <a:p>
            <a:pPr lvl="0"/>
            <a:r>
              <a:rPr lang="en-US"/>
              <a:t>3</a:t>
            </a:r>
          </a:p>
        </p:txBody>
      </p:sp>
      <p:sp>
        <p:nvSpPr>
          <p:cNvPr id="20" name="Text Placeholder 5">
            <a:extLst>
              <a:ext uri="{FF2B5EF4-FFF2-40B4-BE49-F238E27FC236}">
                <a16:creationId xmlns:a16="http://schemas.microsoft.com/office/drawing/2014/main" id="{1DEB846C-EF92-6F50-34B1-F79B96618514}"/>
              </a:ext>
            </a:extLst>
          </p:cNvPr>
          <p:cNvSpPr>
            <a:spLocks noGrp="1"/>
          </p:cNvSpPr>
          <p:nvPr>
            <p:ph type="body" sz="quarter" idx="18" hasCustomPrompt="1"/>
          </p:nvPr>
        </p:nvSpPr>
        <p:spPr>
          <a:xfrm>
            <a:off x="9258300" y="6056615"/>
            <a:ext cx="685800" cy="443198"/>
          </a:xfrm>
        </p:spPr>
        <p:txBody>
          <a:bodyPr lIns="0" tIns="0" rIns="0" bIns="0" anchor="ctr">
            <a:spAutoFit/>
          </a:bodyPr>
          <a:lstStyle>
            <a:lvl1pPr marL="0" indent="0" algn="l">
              <a:buNone/>
              <a:defRPr sz="3200" b="0">
                <a:solidFill>
                  <a:schemeClr val="tx1"/>
                </a:solidFill>
                <a:latin typeface="+mj-lt"/>
              </a:defRPr>
            </a:lvl1pPr>
            <a:lvl2pPr>
              <a:defRPr b="1"/>
            </a:lvl2pPr>
            <a:lvl3pPr>
              <a:defRPr b="1"/>
            </a:lvl3pPr>
            <a:lvl4pPr>
              <a:defRPr b="1"/>
            </a:lvl4pPr>
            <a:lvl5pPr>
              <a:defRPr b="1"/>
            </a:lvl5pPr>
          </a:lstStyle>
          <a:p>
            <a:pPr lvl="0"/>
            <a:r>
              <a:rPr lang="en-US"/>
              <a:t>4</a:t>
            </a:r>
          </a:p>
        </p:txBody>
      </p:sp>
      <p:sp>
        <p:nvSpPr>
          <p:cNvPr id="21" name="Text Placeholder 5">
            <a:extLst>
              <a:ext uri="{FF2B5EF4-FFF2-40B4-BE49-F238E27FC236}">
                <a16:creationId xmlns:a16="http://schemas.microsoft.com/office/drawing/2014/main" id="{CA387A16-361D-72E5-D729-EB812BE1E243}"/>
              </a:ext>
            </a:extLst>
          </p:cNvPr>
          <p:cNvSpPr>
            <a:spLocks noGrp="1"/>
          </p:cNvSpPr>
          <p:nvPr>
            <p:ph type="body" sz="quarter" idx="19" hasCustomPrompt="1"/>
          </p:nvPr>
        </p:nvSpPr>
        <p:spPr>
          <a:xfrm>
            <a:off x="9258300" y="7162803"/>
            <a:ext cx="685800" cy="443198"/>
          </a:xfrm>
        </p:spPr>
        <p:txBody>
          <a:bodyPr lIns="0" tIns="0" rIns="0" bIns="0" anchor="ctr">
            <a:spAutoFit/>
          </a:bodyPr>
          <a:lstStyle>
            <a:lvl1pPr marL="0" indent="0" algn="l">
              <a:buNone/>
              <a:defRPr sz="3200" b="0">
                <a:solidFill>
                  <a:schemeClr val="tx1"/>
                </a:solidFill>
                <a:latin typeface="+mj-lt"/>
              </a:defRPr>
            </a:lvl1pPr>
            <a:lvl2pPr>
              <a:defRPr b="1"/>
            </a:lvl2pPr>
            <a:lvl3pPr>
              <a:defRPr b="1"/>
            </a:lvl3pPr>
            <a:lvl4pPr>
              <a:defRPr b="1"/>
            </a:lvl4pPr>
            <a:lvl5pPr>
              <a:defRPr b="1"/>
            </a:lvl5pPr>
          </a:lstStyle>
          <a:p>
            <a:pPr lvl="0"/>
            <a:r>
              <a:rPr lang="en-US"/>
              <a:t>5</a:t>
            </a:r>
          </a:p>
        </p:txBody>
      </p:sp>
      <p:sp>
        <p:nvSpPr>
          <p:cNvPr id="22" name="Text Placeholder 13">
            <a:extLst>
              <a:ext uri="{FF2B5EF4-FFF2-40B4-BE49-F238E27FC236}">
                <a16:creationId xmlns:a16="http://schemas.microsoft.com/office/drawing/2014/main" id="{B7578378-0A32-56DC-5CCF-1413E370E055}"/>
              </a:ext>
            </a:extLst>
          </p:cNvPr>
          <p:cNvSpPr>
            <a:spLocks noGrp="1"/>
          </p:cNvSpPr>
          <p:nvPr>
            <p:ph type="body" sz="quarter" idx="20" hasCustomPrompt="1"/>
          </p:nvPr>
        </p:nvSpPr>
        <p:spPr>
          <a:xfrm>
            <a:off x="10687050" y="2763282"/>
            <a:ext cx="5486400" cy="443198"/>
          </a:xfrm>
        </p:spPr>
        <p:txBody>
          <a:bodyPr lIns="0" tIns="0" rIns="0" bIns="0" anchor="ctr">
            <a:spAutoFit/>
          </a:bodyPr>
          <a:lstStyle>
            <a:lvl1pPr marL="0" indent="0">
              <a:buNone/>
              <a:defRPr sz="3200">
                <a:solidFill>
                  <a:schemeClr val="tx1"/>
                </a:solidFill>
                <a:latin typeface="+mj-lt"/>
              </a:defRPr>
            </a:lvl1pPr>
            <a:lvl2pPr>
              <a:defRPr sz="2800">
                <a:solidFill>
                  <a:schemeClr val="bg1"/>
                </a:solidFill>
                <a:latin typeface="+mn-lt"/>
              </a:defRPr>
            </a:lvl2pPr>
            <a:lvl3pPr>
              <a:defRPr sz="2400">
                <a:solidFill>
                  <a:schemeClr val="bg1"/>
                </a:solidFill>
                <a:latin typeface="+mn-lt"/>
              </a:defRPr>
            </a:lvl3pPr>
            <a:lvl4pPr>
              <a:defRPr sz="2000">
                <a:solidFill>
                  <a:schemeClr val="bg1"/>
                </a:solidFill>
                <a:latin typeface="+mn-lt"/>
              </a:defRPr>
            </a:lvl4pPr>
            <a:lvl5pPr>
              <a:defRPr sz="2000">
                <a:solidFill>
                  <a:schemeClr val="bg1"/>
                </a:solidFill>
                <a:latin typeface="+mn-lt"/>
              </a:defRPr>
            </a:lvl5pPr>
          </a:lstStyle>
          <a:p>
            <a:pPr lvl="0"/>
            <a:r>
              <a:rPr lang="en-US"/>
              <a:t>Lorem ipsum dolor sit </a:t>
            </a:r>
            <a:r>
              <a:rPr lang="en-US" err="1"/>
              <a:t>amet</a:t>
            </a:r>
            <a:endParaRPr lang="en-US"/>
          </a:p>
        </p:txBody>
      </p:sp>
      <p:sp>
        <p:nvSpPr>
          <p:cNvPr id="23" name="Text Placeholder 13">
            <a:extLst>
              <a:ext uri="{FF2B5EF4-FFF2-40B4-BE49-F238E27FC236}">
                <a16:creationId xmlns:a16="http://schemas.microsoft.com/office/drawing/2014/main" id="{A7F90BA1-8CD5-CECF-684A-CBBCA079B86A}"/>
              </a:ext>
            </a:extLst>
          </p:cNvPr>
          <p:cNvSpPr>
            <a:spLocks noGrp="1"/>
          </p:cNvSpPr>
          <p:nvPr>
            <p:ph type="body" sz="quarter" idx="21" hasCustomPrompt="1"/>
          </p:nvPr>
        </p:nvSpPr>
        <p:spPr>
          <a:xfrm>
            <a:off x="10687050" y="3856855"/>
            <a:ext cx="5486400" cy="443198"/>
          </a:xfrm>
        </p:spPr>
        <p:txBody>
          <a:bodyPr lIns="0" tIns="0" rIns="0" bIns="0" anchor="ctr">
            <a:spAutoFit/>
          </a:bodyPr>
          <a:lstStyle>
            <a:lvl1pPr marL="0" indent="0">
              <a:buNone/>
              <a:defRPr sz="3200">
                <a:solidFill>
                  <a:schemeClr val="tx1"/>
                </a:solidFill>
                <a:latin typeface="+mj-lt"/>
              </a:defRPr>
            </a:lvl1pPr>
            <a:lvl2pPr>
              <a:defRPr sz="2800">
                <a:solidFill>
                  <a:schemeClr val="bg1"/>
                </a:solidFill>
                <a:latin typeface="+mn-lt"/>
              </a:defRPr>
            </a:lvl2pPr>
            <a:lvl3pPr>
              <a:defRPr sz="2400">
                <a:solidFill>
                  <a:schemeClr val="bg1"/>
                </a:solidFill>
                <a:latin typeface="+mn-lt"/>
              </a:defRPr>
            </a:lvl3pPr>
            <a:lvl4pPr>
              <a:defRPr sz="2000">
                <a:solidFill>
                  <a:schemeClr val="bg1"/>
                </a:solidFill>
                <a:latin typeface="+mn-lt"/>
              </a:defRPr>
            </a:lvl4pPr>
            <a:lvl5pPr>
              <a:defRPr sz="2000">
                <a:solidFill>
                  <a:schemeClr val="bg1"/>
                </a:solidFill>
                <a:latin typeface="+mn-lt"/>
              </a:defRPr>
            </a:lvl5pPr>
          </a:lstStyle>
          <a:p>
            <a:pPr lvl="0"/>
            <a:r>
              <a:rPr lang="en-US"/>
              <a:t>Lorem ipsum dolor sit </a:t>
            </a:r>
            <a:r>
              <a:rPr lang="en-US" err="1"/>
              <a:t>amet</a:t>
            </a:r>
            <a:endParaRPr lang="en-US"/>
          </a:p>
        </p:txBody>
      </p:sp>
      <p:sp>
        <p:nvSpPr>
          <p:cNvPr id="24" name="Text Placeholder 13">
            <a:extLst>
              <a:ext uri="{FF2B5EF4-FFF2-40B4-BE49-F238E27FC236}">
                <a16:creationId xmlns:a16="http://schemas.microsoft.com/office/drawing/2014/main" id="{3651D44B-1E97-BA33-E5A3-672D4ACCE5C8}"/>
              </a:ext>
            </a:extLst>
          </p:cNvPr>
          <p:cNvSpPr>
            <a:spLocks noGrp="1"/>
          </p:cNvSpPr>
          <p:nvPr>
            <p:ph type="body" sz="quarter" idx="22" hasCustomPrompt="1"/>
          </p:nvPr>
        </p:nvSpPr>
        <p:spPr>
          <a:xfrm>
            <a:off x="10687050" y="4950428"/>
            <a:ext cx="5486400" cy="443198"/>
          </a:xfrm>
        </p:spPr>
        <p:txBody>
          <a:bodyPr lIns="0" tIns="0" rIns="0" bIns="0" anchor="ctr">
            <a:spAutoFit/>
          </a:bodyPr>
          <a:lstStyle>
            <a:lvl1pPr marL="0" indent="0">
              <a:buNone/>
              <a:defRPr sz="3200">
                <a:solidFill>
                  <a:schemeClr val="tx1"/>
                </a:solidFill>
                <a:latin typeface="+mj-lt"/>
              </a:defRPr>
            </a:lvl1pPr>
            <a:lvl2pPr>
              <a:defRPr sz="2800">
                <a:solidFill>
                  <a:schemeClr val="bg1"/>
                </a:solidFill>
                <a:latin typeface="+mn-lt"/>
              </a:defRPr>
            </a:lvl2pPr>
            <a:lvl3pPr>
              <a:defRPr sz="2400">
                <a:solidFill>
                  <a:schemeClr val="bg1"/>
                </a:solidFill>
                <a:latin typeface="+mn-lt"/>
              </a:defRPr>
            </a:lvl3pPr>
            <a:lvl4pPr>
              <a:defRPr sz="2000">
                <a:solidFill>
                  <a:schemeClr val="bg1"/>
                </a:solidFill>
                <a:latin typeface="+mn-lt"/>
              </a:defRPr>
            </a:lvl4pPr>
            <a:lvl5pPr>
              <a:defRPr sz="2000">
                <a:solidFill>
                  <a:schemeClr val="bg1"/>
                </a:solidFill>
                <a:latin typeface="+mn-lt"/>
              </a:defRPr>
            </a:lvl5pPr>
          </a:lstStyle>
          <a:p>
            <a:pPr lvl="0"/>
            <a:r>
              <a:rPr lang="en-US"/>
              <a:t>Lorem ipsum dolor sit </a:t>
            </a:r>
            <a:r>
              <a:rPr lang="en-US" err="1"/>
              <a:t>amet</a:t>
            </a:r>
            <a:endParaRPr lang="en-US"/>
          </a:p>
        </p:txBody>
      </p:sp>
      <p:sp>
        <p:nvSpPr>
          <p:cNvPr id="25" name="Text Placeholder 13">
            <a:extLst>
              <a:ext uri="{FF2B5EF4-FFF2-40B4-BE49-F238E27FC236}">
                <a16:creationId xmlns:a16="http://schemas.microsoft.com/office/drawing/2014/main" id="{0D335506-FA0C-BCC9-6B72-2E6944A72A66}"/>
              </a:ext>
            </a:extLst>
          </p:cNvPr>
          <p:cNvSpPr>
            <a:spLocks noGrp="1"/>
          </p:cNvSpPr>
          <p:nvPr>
            <p:ph type="body" sz="quarter" idx="23" hasCustomPrompt="1"/>
          </p:nvPr>
        </p:nvSpPr>
        <p:spPr>
          <a:xfrm>
            <a:off x="10687050" y="6056616"/>
            <a:ext cx="5486400" cy="443198"/>
          </a:xfrm>
        </p:spPr>
        <p:txBody>
          <a:bodyPr lIns="0" tIns="0" rIns="0" bIns="0" anchor="ctr">
            <a:spAutoFit/>
          </a:bodyPr>
          <a:lstStyle>
            <a:lvl1pPr marL="0" indent="0">
              <a:buNone/>
              <a:defRPr sz="3200">
                <a:solidFill>
                  <a:schemeClr val="tx1"/>
                </a:solidFill>
                <a:latin typeface="+mj-lt"/>
              </a:defRPr>
            </a:lvl1pPr>
            <a:lvl2pPr>
              <a:defRPr sz="2800">
                <a:solidFill>
                  <a:schemeClr val="bg1"/>
                </a:solidFill>
                <a:latin typeface="+mn-lt"/>
              </a:defRPr>
            </a:lvl2pPr>
            <a:lvl3pPr>
              <a:defRPr sz="2400">
                <a:solidFill>
                  <a:schemeClr val="bg1"/>
                </a:solidFill>
                <a:latin typeface="+mn-lt"/>
              </a:defRPr>
            </a:lvl3pPr>
            <a:lvl4pPr>
              <a:defRPr sz="2000">
                <a:solidFill>
                  <a:schemeClr val="bg1"/>
                </a:solidFill>
                <a:latin typeface="+mn-lt"/>
              </a:defRPr>
            </a:lvl4pPr>
            <a:lvl5pPr>
              <a:defRPr sz="2000">
                <a:solidFill>
                  <a:schemeClr val="bg1"/>
                </a:solidFill>
                <a:latin typeface="+mn-lt"/>
              </a:defRPr>
            </a:lvl5pPr>
          </a:lstStyle>
          <a:p>
            <a:pPr lvl="0"/>
            <a:r>
              <a:rPr lang="en-US"/>
              <a:t>Lorem ipsum dolor sit </a:t>
            </a:r>
            <a:r>
              <a:rPr lang="en-US" err="1"/>
              <a:t>amet</a:t>
            </a:r>
            <a:endParaRPr lang="en-US"/>
          </a:p>
        </p:txBody>
      </p:sp>
      <p:sp>
        <p:nvSpPr>
          <p:cNvPr id="26" name="Text Placeholder 13">
            <a:extLst>
              <a:ext uri="{FF2B5EF4-FFF2-40B4-BE49-F238E27FC236}">
                <a16:creationId xmlns:a16="http://schemas.microsoft.com/office/drawing/2014/main" id="{003BDE19-575F-8049-4773-D3591FE0D5E2}"/>
              </a:ext>
            </a:extLst>
          </p:cNvPr>
          <p:cNvSpPr>
            <a:spLocks noGrp="1"/>
          </p:cNvSpPr>
          <p:nvPr>
            <p:ph type="body" sz="quarter" idx="24" hasCustomPrompt="1"/>
          </p:nvPr>
        </p:nvSpPr>
        <p:spPr>
          <a:xfrm>
            <a:off x="10687050" y="7167336"/>
            <a:ext cx="5486400" cy="443198"/>
          </a:xfrm>
        </p:spPr>
        <p:txBody>
          <a:bodyPr lIns="0" tIns="0" rIns="0" bIns="0" anchor="ctr">
            <a:spAutoFit/>
          </a:bodyPr>
          <a:lstStyle>
            <a:lvl1pPr marL="0" indent="0">
              <a:buNone/>
              <a:defRPr sz="3200">
                <a:solidFill>
                  <a:schemeClr val="tx1"/>
                </a:solidFill>
                <a:latin typeface="+mj-lt"/>
              </a:defRPr>
            </a:lvl1pPr>
            <a:lvl2pPr>
              <a:defRPr sz="2800">
                <a:solidFill>
                  <a:schemeClr val="bg1"/>
                </a:solidFill>
                <a:latin typeface="+mn-lt"/>
              </a:defRPr>
            </a:lvl2pPr>
            <a:lvl3pPr>
              <a:defRPr sz="2400">
                <a:solidFill>
                  <a:schemeClr val="bg1"/>
                </a:solidFill>
                <a:latin typeface="+mn-lt"/>
              </a:defRPr>
            </a:lvl3pPr>
            <a:lvl4pPr>
              <a:defRPr sz="2000">
                <a:solidFill>
                  <a:schemeClr val="bg1"/>
                </a:solidFill>
                <a:latin typeface="+mn-lt"/>
              </a:defRPr>
            </a:lvl4pPr>
            <a:lvl5pPr>
              <a:defRPr sz="2000">
                <a:solidFill>
                  <a:schemeClr val="bg1"/>
                </a:solidFill>
                <a:latin typeface="+mn-lt"/>
              </a:defRPr>
            </a:lvl5pPr>
          </a:lstStyle>
          <a:p>
            <a:pPr lvl="0"/>
            <a:r>
              <a:rPr lang="en-US"/>
              <a:t>Lorem ipsum dolor sit </a:t>
            </a:r>
            <a:r>
              <a:rPr lang="en-US" err="1"/>
              <a:t>amet</a:t>
            </a:r>
            <a:endParaRPr lang="en-US"/>
          </a:p>
        </p:txBody>
      </p:sp>
      <p:sp>
        <p:nvSpPr>
          <p:cNvPr id="7" name="Slide Number">
            <a:extLst>
              <a:ext uri="{FF2B5EF4-FFF2-40B4-BE49-F238E27FC236}">
                <a16:creationId xmlns:a16="http://schemas.microsoft.com/office/drawing/2014/main" id="{622863FF-AD51-0FC0-EA8A-F635611F474E}"/>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2" name="Graphic 1">
            <a:extLst>
              <a:ext uri="{FF2B5EF4-FFF2-40B4-BE49-F238E27FC236}">
                <a16:creationId xmlns:a16="http://schemas.microsoft.com/office/drawing/2014/main" id="{5709C76F-45B0-D0B2-8219-3168F9E2063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6182779" y="9609818"/>
            <a:ext cx="988971" cy="310896"/>
          </a:xfrm>
          <a:prstGeom prst="rect">
            <a:avLst/>
          </a:prstGeom>
        </p:spPr>
      </p:pic>
      <p:sp>
        <p:nvSpPr>
          <p:cNvPr id="6" name="Slide Number">
            <a:extLst>
              <a:ext uri="{FF2B5EF4-FFF2-40B4-BE49-F238E27FC236}">
                <a16:creationId xmlns:a16="http://schemas.microsoft.com/office/drawing/2014/main" id="{1D170D9B-8CC5-66B0-675B-142DBD27165F}"/>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350" dirty="0">
              <a:solidFill>
                <a:schemeClr val="bg2"/>
              </a:solidFill>
              <a:latin typeface="+mn-lt"/>
            </a:endParaRPr>
          </a:p>
        </p:txBody>
      </p:sp>
    </p:spTree>
    <p:extLst>
      <p:ext uri="{BB962C8B-B14F-4D97-AF65-F5344CB8AC3E}">
        <p14:creationId xmlns:p14="http://schemas.microsoft.com/office/powerpoint/2010/main" val="144249241"/>
      </p:ext>
    </p:extLst>
  </p:cSld>
  <p:clrMapOvr>
    <a:overrideClrMapping bg1="lt1" tx1="dk1" bg2="lt2" tx2="dk2" accent1="accent1" accent2="accent2" accent3="accent3" accent4="accent4" accent5="accent5" accent6="accent6" hlink="hlink" folHlink="folHlink"/>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itle Text">
            <a:extLst>
              <a:ext uri="{FF2B5EF4-FFF2-40B4-BE49-F238E27FC236}">
                <a16:creationId xmlns:a16="http://schemas.microsoft.com/office/drawing/2014/main" id="{82DF5ACE-56BF-7A4E-ABFE-D23BB50C9024}"/>
              </a:ext>
            </a:extLst>
          </p:cNvPr>
          <p:cNvSpPr txBox="1">
            <a:spLocks noGrp="1"/>
          </p:cNvSpPr>
          <p:nvPr>
            <p:ph type="title" hasCustomPrompt="1"/>
          </p:nvPr>
        </p:nvSpPr>
        <p:spPr>
          <a:xfrm>
            <a:off x="685800" y="3980105"/>
            <a:ext cx="8343900" cy="2326791"/>
          </a:xfrm>
          <a:prstGeom prst="rect">
            <a:avLst/>
          </a:prstGeom>
        </p:spPr>
        <p:txBody>
          <a:bodyPr wrap="square" lIns="0" tIns="0" rIns="0" bIns="0" anchor="ctr">
            <a:spAutoFit/>
          </a:bodyPr>
          <a:lstStyle>
            <a:lvl1pPr marL="0" marR="0" indent="0" algn="l" defTabSz="619125" rtl="0" latinLnBrk="0">
              <a:lnSpc>
                <a:spcPct val="90000"/>
              </a:lnSpc>
              <a:spcBef>
                <a:spcPts val="0"/>
              </a:spcBef>
              <a:spcAft>
                <a:spcPts val="0"/>
              </a:spcAft>
              <a:buClrTx/>
              <a:buSzTx/>
              <a:buFontTx/>
              <a:buNone/>
              <a:tabLst/>
              <a:defRPr sz="8400" b="0" i="0" u="none" strike="noStrike" cap="none" spc="-300" baseline="0" dirty="0">
                <a:solidFill>
                  <a:schemeClr val="bg1"/>
                </a:solidFill>
                <a:uFillTx/>
                <a:latin typeface="+mj-lt"/>
                <a:ea typeface="Xfinity Brown"/>
                <a:cs typeface="Xfinity Brown"/>
                <a:sym typeface="Xfinity Brown"/>
              </a:defRPr>
            </a:lvl1pPr>
          </a:lstStyle>
          <a:p>
            <a:r>
              <a:rPr lang="en-US"/>
              <a:t>This is a</a:t>
            </a:r>
            <a:br>
              <a:rPr lang="en-US"/>
            </a:br>
            <a:r>
              <a:rPr lang="en-US"/>
              <a:t>divider slide</a:t>
            </a:r>
            <a:endParaRPr/>
          </a:p>
        </p:txBody>
      </p:sp>
      <p:sp>
        <p:nvSpPr>
          <p:cNvPr id="2" name="Text Placeholder 8">
            <a:extLst>
              <a:ext uri="{FF2B5EF4-FFF2-40B4-BE49-F238E27FC236}">
                <a16:creationId xmlns:a16="http://schemas.microsoft.com/office/drawing/2014/main" id="{44BBE6B9-C861-391C-B9B7-63D3C53EF661}"/>
              </a:ext>
            </a:extLst>
          </p:cNvPr>
          <p:cNvSpPr>
            <a:spLocks noGrp="1"/>
          </p:cNvSpPr>
          <p:nvPr>
            <p:ph type="body" sz="quarter" idx="13" hasCustomPrompt="1"/>
          </p:nvPr>
        </p:nvSpPr>
        <p:spPr>
          <a:xfrm>
            <a:off x="685800" y="685800"/>
            <a:ext cx="5486400" cy="170816"/>
          </a:xfrm>
        </p:spPr>
        <p:txBody>
          <a:bodyPr wrap="square" lIns="0" tIns="0" rIns="0" bIns="0">
            <a:spAutoFit/>
          </a:bodyPr>
          <a:lstStyle>
            <a:lvl1pPr marL="0" indent="0">
              <a:buNone/>
              <a:defRPr sz="1200" b="0" cap="all" spc="200" baseline="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6" name="Slide Number">
            <a:extLst>
              <a:ext uri="{FF2B5EF4-FFF2-40B4-BE49-F238E27FC236}">
                <a16:creationId xmlns:a16="http://schemas.microsoft.com/office/drawing/2014/main" id="{3144BFE4-730C-A493-2347-7FEB0622FD34}"/>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pic>
        <p:nvPicPr>
          <p:cNvPr id="3" name="Graphic 2">
            <a:extLst>
              <a:ext uri="{FF2B5EF4-FFF2-40B4-BE49-F238E27FC236}">
                <a16:creationId xmlns:a16="http://schemas.microsoft.com/office/drawing/2014/main" id="{0C1FF5A7-BF46-22F2-9A33-1FEA84788A2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6182779" y="9609818"/>
            <a:ext cx="988971" cy="310896"/>
          </a:xfrm>
          <a:prstGeom prst="rect">
            <a:avLst/>
          </a:prstGeom>
        </p:spPr>
      </p:pic>
      <p:sp>
        <p:nvSpPr>
          <p:cNvPr id="8" name="Slide Number">
            <a:extLst>
              <a:ext uri="{FF2B5EF4-FFF2-40B4-BE49-F238E27FC236}">
                <a16:creationId xmlns:a16="http://schemas.microsoft.com/office/drawing/2014/main" id="{856BF2CD-8973-A580-7339-FD61DF3B6AE9}"/>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1"/>
                </a:solidFill>
                <a:latin typeface="+mn-lt"/>
              </a:rPr>
              <a:pPr algn="r"/>
              <a:t>‹#›</a:t>
            </a:fld>
            <a:endParaRPr lang="en-US" sz="1350" dirty="0">
              <a:solidFill>
                <a:schemeClr val="bg1"/>
              </a:solidFill>
              <a:latin typeface="+mn-lt"/>
            </a:endParaRPr>
          </a:p>
        </p:txBody>
      </p:sp>
    </p:spTree>
    <p:extLst>
      <p:ext uri="{BB962C8B-B14F-4D97-AF65-F5344CB8AC3E}">
        <p14:creationId xmlns:p14="http://schemas.microsoft.com/office/powerpoint/2010/main" val="349372410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L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Text">
            <a:extLst>
              <a:ext uri="{FF2B5EF4-FFF2-40B4-BE49-F238E27FC236}">
                <a16:creationId xmlns:a16="http://schemas.microsoft.com/office/drawing/2014/main" id="{26D95426-E5DF-1D45-9F12-EC148A1B463B}"/>
              </a:ext>
            </a:extLst>
          </p:cNvPr>
          <p:cNvSpPr txBox="1">
            <a:spLocks noGrp="1"/>
          </p:cNvSpPr>
          <p:nvPr>
            <p:ph type="title" hasCustomPrompt="1"/>
          </p:nvPr>
        </p:nvSpPr>
        <p:spPr>
          <a:xfrm>
            <a:off x="685800" y="3980104"/>
            <a:ext cx="8343899" cy="2326791"/>
          </a:xfrm>
          <a:prstGeom prst="rect">
            <a:avLst/>
          </a:prstGeom>
        </p:spPr>
        <p:txBody>
          <a:bodyPr lIns="0" tIns="0" rIns="0" bIns="0" anchor="ctr">
            <a:spAutoFit/>
          </a:bodyPr>
          <a:lstStyle>
            <a:lvl1pPr marL="0" marR="0" indent="0" algn="l" defTabSz="619125" rtl="0" latinLnBrk="0">
              <a:lnSpc>
                <a:spcPct val="90000"/>
              </a:lnSpc>
              <a:spcBef>
                <a:spcPts val="0"/>
              </a:spcBef>
              <a:spcAft>
                <a:spcPts val="0"/>
              </a:spcAft>
              <a:buClrTx/>
              <a:buSzTx/>
              <a:buFontTx/>
              <a:buNone/>
              <a:tabLst/>
              <a:defRPr sz="8400" b="0" i="0" u="none" strike="noStrike" cap="none" spc="-300" baseline="0" dirty="0">
                <a:solidFill>
                  <a:schemeClr val="tx1"/>
                </a:solidFill>
                <a:uFillTx/>
                <a:latin typeface="+mj-lt"/>
                <a:ea typeface="Xfinity Brown"/>
                <a:cs typeface="Xfinity Brown"/>
                <a:sym typeface="Xfinity Brown"/>
              </a:defRPr>
            </a:lvl1pPr>
          </a:lstStyle>
          <a:p>
            <a:r>
              <a:rPr lang="en-US"/>
              <a:t>This is a </a:t>
            </a:r>
            <a:br>
              <a:rPr lang="en-US"/>
            </a:br>
            <a:r>
              <a:rPr lang="en-US"/>
              <a:t>divider slide</a:t>
            </a:r>
            <a:endParaRPr/>
          </a:p>
        </p:txBody>
      </p:sp>
      <p:sp>
        <p:nvSpPr>
          <p:cNvPr id="2" name="Text Placeholder 8">
            <a:extLst>
              <a:ext uri="{FF2B5EF4-FFF2-40B4-BE49-F238E27FC236}">
                <a16:creationId xmlns:a16="http://schemas.microsoft.com/office/drawing/2014/main" id="{4A0581F5-0898-24CF-9C60-9699D1D27E0B}"/>
              </a:ext>
            </a:extLst>
          </p:cNvPr>
          <p:cNvSpPr>
            <a:spLocks noGrp="1"/>
          </p:cNvSpPr>
          <p:nvPr>
            <p:ph type="body" sz="quarter" idx="13" hasCustomPrompt="1"/>
          </p:nvPr>
        </p:nvSpPr>
        <p:spPr>
          <a:xfrm>
            <a:off x="685800" y="685800"/>
            <a:ext cx="5486400" cy="170816"/>
          </a:xfrm>
        </p:spPr>
        <p:txBody>
          <a:bodyPr wrap="square" lIns="0" tIns="0" rIns="0" bIns="0">
            <a:spAutoFit/>
          </a:bodyPr>
          <a:lstStyle>
            <a:lvl1pPr marL="0" indent="0">
              <a:buNone/>
              <a:defRPr sz="1200" b="0" cap="all" spc="200" baseline="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9" name="Slide Number">
            <a:extLst>
              <a:ext uri="{FF2B5EF4-FFF2-40B4-BE49-F238E27FC236}">
                <a16:creationId xmlns:a16="http://schemas.microsoft.com/office/drawing/2014/main" id="{201310E3-E7FF-8A32-FEE6-E5987877686C}"/>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sp>
        <p:nvSpPr>
          <p:cNvPr id="5" name="Slide Number">
            <a:extLst>
              <a:ext uri="{FF2B5EF4-FFF2-40B4-BE49-F238E27FC236}">
                <a16:creationId xmlns:a16="http://schemas.microsoft.com/office/drawing/2014/main" id="{20820CE5-3731-9783-CF63-87F69B625100}"/>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350">
              <a:solidFill>
                <a:schemeClr val="bg2"/>
              </a:solidFill>
              <a:latin typeface="+mn-lt"/>
            </a:endParaRPr>
          </a:p>
        </p:txBody>
      </p:sp>
      <p:pic>
        <p:nvPicPr>
          <p:cNvPr id="3" name="Graphic 2">
            <a:extLst>
              <a:ext uri="{FF2B5EF4-FFF2-40B4-BE49-F238E27FC236}">
                <a16:creationId xmlns:a16="http://schemas.microsoft.com/office/drawing/2014/main" id="{E524E016-6B63-CD18-DF4B-606AB18D66F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37783346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Full Bleed Image">
    <p:bg>
      <p:bgPr>
        <a:solidFill>
          <a:schemeClr val="tx1"/>
        </a:solidFill>
        <a:effectLst/>
      </p:bgPr>
    </p:bg>
    <p:spTree>
      <p:nvGrpSpPr>
        <p:cNvPr id="1" name=""/>
        <p:cNvGrpSpPr/>
        <p:nvPr/>
      </p:nvGrpSpPr>
      <p:grpSpPr>
        <a:xfrm>
          <a:off x="0" y="0"/>
          <a:ext cx="0" cy="0"/>
          <a:chOff x="0" y="0"/>
          <a:chExt cx="0" cy="0"/>
        </a:xfrm>
      </p:grpSpPr>
      <p:sp>
        <p:nvSpPr>
          <p:cNvPr id="2" name="Picture Placeholder 3">
            <a:extLst>
              <a:ext uri="{FF2B5EF4-FFF2-40B4-BE49-F238E27FC236}">
                <a16:creationId xmlns:a16="http://schemas.microsoft.com/office/drawing/2014/main" id="{282AF513-C3A0-DCAB-411B-B0A59D3FEA69}"/>
              </a:ext>
            </a:extLst>
          </p:cNvPr>
          <p:cNvSpPr>
            <a:spLocks noGrp="1"/>
          </p:cNvSpPr>
          <p:nvPr>
            <p:ph type="pic" sz="quarter" idx="15" hasCustomPrompt="1"/>
          </p:nvPr>
        </p:nvSpPr>
        <p:spPr>
          <a:xfrm>
            <a:off x="0" y="0"/>
            <a:ext cx="18288000" cy="10287000"/>
          </a:xfrm>
          <a:gradFill>
            <a:gsLst>
              <a:gs pos="100000">
                <a:schemeClr val="tx2"/>
              </a:gs>
              <a:gs pos="0">
                <a:schemeClr val="accent1"/>
              </a:gs>
            </a:gsLst>
            <a:lin ang="19200000" scaled="0"/>
          </a:gradFill>
        </p:spPr>
        <p:txBody>
          <a:bodyPr anchor="ctr">
            <a:normAutofit/>
          </a:bodyPr>
          <a:lstStyle>
            <a:lvl1pPr marL="0" indent="0" algn="ctr">
              <a:buNone/>
              <a:defRPr sz="1600">
                <a:solidFill>
                  <a:schemeClr val="bg1"/>
                </a:solidFill>
              </a:defRPr>
            </a:lvl1pPr>
          </a:lstStyle>
          <a:p>
            <a:r>
              <a:rPr lang="en-US"/>
              <a:t>Click here to add image</a:t>
            </a:r>
          </a:p>
        </p:txBody>
      </p:sp>
      <p:sp>
        <p:nvSpPr>
          <p:cNvPr id="3" name="Text Placeholder 8">
            <a:extLst>
              <a:ext uri="{FF2B5EF4-FFF2-40B4-BE49-F238E27FC236}">
                <a16:creationId xmlns:a16="http://schemas.microsoft.com/office/drawing/2014/main" id="{687F0F4D-373F-D589-7CD6-A5FBE1B26B4B}"/>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6" name="Text Placeholder 4">
            <a:extLst>
              <a:ext uri="{FF2B5EF4-FFF2-40B4-BE49-F238E27FC236}">
                <a16:creationId xmlns:a16="http://schemas.microsoft.com/office/drawing/2014/main" id="{A8E577FF-C358-5F8A-A9EA-3103C2610A5A}"/>
              </a:ext>
            </a:extLst>
          </p:cNvPr>
          <p:cNvSpPr>
            <a:spLocks noGrp="1"/>
          </p:cNvSpPr>
          <p:nvPr>
            <p:ph type="body" sz="quarter" idx="11" hasCustomPrompt="1"/>
          </p:nvPr>
        </p:nvSpPr>
        <p:spPr>
          <a:xfrm>
            <a:off x="685799" y="3980104"/>
            <a:ext cx="6915151" cy="2326791"/>
          </a:xfrm>
        </p:spPr>
        <p:txBody>
          <a:bodyPr wrap="square" lIns="0" tIns="0" rIns="0" bIns="0" anchor="ctr">
            <a:spAutoFit/>
          </a:bodyPr>
          <a:lstStyle>
            <a:lvl1pPr marL="0" indent="0">
              <a:spcBef>
                <a:spcPts val="0"/>
              </a:spcBef>
              <a:buNone/>
              <a:defRPr sz="8400" b="0" spc="-3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This is a </a:t>
            </a:r>
            <a:br>
              <a:rPr lang="en-US"/>
            </a:br>
            <a:r>
              <a:rPr lang="en-US"/>
              <a:t>divider slide</a:t>
            </a:r>
          </a:p>
        </p:txBody>
      </p:sp>
      <p:sp>
        <p:nvSpPr>
          <p:cNvPr id="11" name="Slide Number">
            <a:extLst>
              <a:ext uri="{FF2B5EF4-FFF2-40B4-BE49-F238E27FC236}">
                <a16:creationId xmlns:a16="http://schemas.microsoft.com/office/drawing/2014/main" id="{7BE5295D-3440-7522-131B-28148B9A702C}"/>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sp>
        <p:nvSpPr>
          <p:cNvPr id="5" name="Slide Number">
            <a:extLst>
              <a:ext uri="{FF2B5EF4-FFF2-40B4-BE49-F238E27FC236}">
                <a16:creationId xmlns:a16="http://schemas.microsoft.com/office/drawing/2014/main" id="{334A1260-3DB1-D006-9538-67D985525C60}"/>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1"/>
                </a:solidFill>
                <a:latin typeface="+mn-lt"/>
              </a:rPr>
              <a:pPr algn="r"/>
              <a:t>‹#›</a:t>
            </a:fld>
            <a:endParaRPr lang="en-US" sz="1350">
              <a:solidFill>
                <a:schemeClr val="bg1"/>
              </a:solidFill>
              <a:latin typeface="+mn-lt"/>
            </a:endParaRPr>
          </a:p>
        </p:txBody>
      </p:sp>
      <p:sp>
        <p:nvSpPr>
          <p:cNvPr id="14" name="Text Placeholder 12">
            <a:extLst>
              <a:ext uri="{FF2B5EF4-FFF2-40B4-BE49-F238E27FC236}">
                <a16:creationId xmlns:a16="http://schemas.microsoft.com/office/drawing/2014/main" id="{EC3A8D09-21BD-3FAB-E59D-E010ABF4D6E0}"/>
              </a:ext>
            </a:extLst>
          </p:cNvPr>
          <p:cNvSpPr>
            <a:spLocks noGrp="1"/>
          </p:cNvSpPr>
          <p:nvPr>
            <p:ph type="body" sz="quarter" idx="16" hasCustomPrompt="1"/>
          </p:nvPr>
        </p:nvSpPr>
        <p:spPr>
          <a:xfrm>
            <a:off x="685800" y="6554729"/>
            <a:ext cx="6915150" cy="1107996"/>
          </a:xfrm>
        </p:spPr>
        <p:txBody>
          <a:bodyPr wrap="square" lIns="0" tIns="0" rIns="0" bIns="0">
            <a:spAutoFit/>
          </a:bodyPr>
          <a:lstStyle>
            <a:lvl1pPr marL="0" indent="0">
              <a:lnSpc>
                <a:spcPct val="100000"/>
              </a:lnSpc>
              <a:spcBef>
                <a:spcPts val="600"/>
              </a:spcBef>
              <a:buNone/>
              <a:defRPr sz="1800">
                <a:solidFill>
                  <a:schemeClr val="bg1"/>
                </a:solidFill>
              </a:defRPr>
            </a:lvl1pPr>
          </a:lstStyle>
          <a:p>
            <a:pPr lvl="0"/>
            <a:r>
              <a:rPr lang="en-US"/>
              <a:t>Sometimes it might have a short description paragraph set in Xfinity Brown.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a:t>
            </a:r>
            <a:r>
              <a:rPr lang="en-US" err="1"/>
              <a:t>condimentum</a:t>
            </a:r>
            <a:r>
              <a:rPr lang="en-US"/>
              <a:t> in </a:t>
            </a:r>
            <a:r>
              <a:rPr lang="en-US" err="1"/>
              <a:t>arcu</a:t>
            </a:r>
            <a:r>
              <a:rPr lang="en-US"/>
              <a:t> </a:t>
            </a:r>
            <a:r>
              <a:rPr lang="en-US" err="1"/>
              <a:t>ut</a:t>
            </a:r>
            <a:r>
              <a:rPr lang="en-US"/>
              <a:t> </a:t>
            </a:r>
            <a:r>
              <a:rPr lang="en-US" err="1"/>
              <a:t>ultrices</a:t>
            </a:r>
            <a:r>
              <a:rPr lang="en-US"/>
              <a:t>. Morbi vel nisi </a:t>
            </a:r>
            <a:r>
              <a:rPr lang="en-US" err="1"/>
              <a:t>leo</a:t>
            </a:r>
            <a:r>
              <a:rPr lang="en-US"/>
              <a:t>. Duis </a:t>
            </a:r>
            <a:r>
              <a:rPr lang="en-US" err="1"/>
              <a:t>ut</a:t>
            </a:r>
            <a:r>
              <a:rPr lang="en-US"/>
              <a:t> </a:t>
            </a:r>
            <a:r>
              <a:rPr lang="en-US" err="1"/>
              <a:t>volutpat</a:t>
            </a:r>
            <a:r>
              <a:rPr lang="en-US"/>
              <a:t> dui. Integer </a:t>
            </a:r>
            <a:r>
              <a:rPr lang="en-US" err="1"/>
              <a:t>tincidunt</a:t>
            </a:r>
            <a:r>
              <a:rPr lang="en-US"/>
              <a:t> </a:t>
            </a:r>
            <a:r>
              <a:rPr lang="en-US" err="1"/>
              <a:t>bibendum</a:t>
            </a:r>
            <a:r>
              <a:rPr lang="en-US"/>
              <a:t>. </a:t>
            </a:r>
          </a:p>
        </p:txBody>
      </p:sp>
      <p:pic>
        <p:nvPicPr>
          <p:cNvPr id="7" name="Graphic 6">
            <a:extLst>
              <a:ext uri="{FF2B5EF4-FFF2-40B4-BE49-F238E27FC236}">
                <a16:creationId xmlns:a16="http://schemas.microsoft.com/office/drawing/2014/main" id="{31103DDC-574E-ACE3-691F-147835B1EE0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1515368895"/>
      </p:ext>
    </p:extLst>
  </p:cSld>
  <p:clrMapOvr>
    <a:overrideClrMapping bg1="lt1" tx1="dk1" bg2="lt2" tx2="dk2" accent1="accent1" accent2="accent2" accent3="accent3" accent4="accent4" accent5="accent5" accent6="accent6" hlink="hlink" folHlink="folHlink"/>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_Image Left">
    <p:bg>
      <p:bgPr>
        <a:solidFill>
          <a:schemeClr val="bg1"/>
        </a:solidFill>
        <a:effectLst/>
      </p:bgPr>
    </p:bg>
    <p:spTree>
      <p:nvGrpSpPr>
        <p:cNvPr id="1" name=""/>
        <p:cNvGrpSpPr/>
        <p:nvPr/>
      </p:nvGrpSpPr>
      <p:grpSpPr>
        <a:xfrm>
          <a:off x="0" y="0"/>
          <a:ext cx="0" cy="0"/>
          <a:chOff x="0" y="0"/>
          <a:chExt cx="0" cy="0"/>
        </a:xfrm>
      </p:grpSpPr>
      <p:sp>
        <p:nvSpPr>
          <p:cNvPr id="2" name="Picture Placeholder 3">
            <a:extLst>
              <a:ext uri="{FF2B5EF4-FFF2-40B4-BE49-F238E27FC236}">
                <a16:creationId xmlns:a16="http://schemas.microsoft.com/office/drawing/2014/main" id="{2B98E3A5-AAEA-0B5E-CE18-9A05DCF9B9F8}"/>
              </a:ext>
            </a:extLst>
          </p:cNvPr>
          <p:cNvSpPr>
            <a:spLocks noGrp="1"/>
          </p:cNvSpPr>
          <p:nvPr>
            <p:ph type="pic" sz="quarter" idx="15" hasCustomPrompt="1"/>
          </p:nvPr>
        </p:nvSpPr>
        <p:spPr>
          <a:xfrm>
            <a:off x="9258300" y="112088"/>
            <a:ext cx="8915400" cy="10062824"/>
          </a:xfrm>
          <a:prstGeom prst="roundRect">
            <a:avLst>
              <a:gd name="adj" fmla="val 1273"/>
            </a:avLst>
          </a:prstGeom>
          <a:gradFill>
            <a:gsLst>
              <a:gs pos="0">
                <a:schemeClr val="accent1"/>
              </a:gs>
              <a:gs pos="100000">
                <a:schemeClr val="tx2"/>
              </a:gs>
            </a:gsLst>
            <a:lin ang="3000000" scaled="0"/>
          </a:gradFill>
        </p:spPr>
        <p:txBody>
          <a:bodyPr anchor="ctr">
            <a:normAutofit/>
          </a:bodyPr>
          <a:lstStyle>
            <a:lvl1pPr marL="0" indent="0" algn="ctr">
              <a:buNone/>
              <a:defRPr sz="1800">
                <a:solidFill>
                  <a:schemeClr val="bg1"/>
                </a:solidFill>
              </a:defRPr>
            </a:lvl1pPr>
          </a:lstStyle>
          <a:p>
            <a:r>
              <a:rPr lang="en-US"/>
              <a:t>Click here to add image</a:t>
            </a:r>
          </a:p>
        </p:txBody>
      </p:sp>
      <p:sp>
        <p:nvSpPr>
          <p:cNvPr id="3" name="Text Placeholder 8">
            <a:extLst>
              <a:ext uri="{FF2B5EF4-FFF2-40B4-BE49-F238E27FC236}">
                <a16:creationId xmlns:a16="http://schemas.microsoft.com/office/drawing/2014/main" id="{87A003CE-A645-ECE1-1B46-6B32A5AE2F1D}"/>
              </a:ext>
            </a:extLst>
          </p:cNvPr>
          <p:cNvSpPr>
            <a:spLocks noGrp="1"/>
          </p:cNvSpPr>
          <p:nvPr>
            <p:ph type="body" sz="quarter" idx="13" hasCustomPrompt="1"/>
          </p:nvPr>
        </p:nvSpPr>
        <p:spPr>
          <a:xfrm>
            <a:off x="685800" y="685800"/>
            <a:ext cx="5486400" cy="170816"/>
          </a:xfrm>
        </p:spPr>
        <p:txBody>
          <a:bodyPr wrap="square" lIns="0" tIns="0" rIns="0" bIns="0">
            <a:spAutoFit/>
          </a:bodyPr>
          <a:lstStyle>
            <a:lvl1pPr marL="0" indent="0">
              <a:buNone/>
              <a:defRPr sz="1200" b="0" strike="noStrike" cap="all" spc="200" baseline="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6" name="Text Placeholder 4">
            <a:extLst>
              <a:ext uri="{FF2B5EF4-FFF2-40B4-BE49-F238E27FC236}">
                <a16:creationId xmlns:a16="http://schemas.microsoft.com/office/drawing/2014/main" id="{C461A7F3-53EA-C9E3-AC58-1523F6600118}"/>
              </a:ext>
            </a:extLst>
          </p:cNvPr>
          <p:cNvSpPr>
            <a:spLocks noGrp="1"/>
          </p:cNvSpPr>
          <p:nvPr>
            <p:ph type="body" sz="quarter" idx="11" hasCustomPrompt="1"/>
          </p:nvPr>
        </p:nvSpPr>
        <p:spPr>
          <a:xfrm>
            <a:off x="685799" y="3980104"/>
            <a:ext cx="6915151" cy="2326791"/>
          </a:xfrm>
        </p:spPr>
        <p:txBody>
          <a:bodyPr wrap="square" lIns="0" tIns="0" rIns="0" bIns="0" anchor="ctr">
            <a:spAutoFit/>
          </a:bodyPr>
          <a:lstStyle>
            <a:lvl1pPr marL="0" indent="0">
              <a:spcBef>
                <a:spcPts val="0"/>
              </a:spcBef>
              <a:buNone/>
              <a:defRPr sz="8400" b="0" spc="-30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This is a </a:t>
            </a:r>
            <a:br>
              <a:rPr lang="en-US"/>
            </a:br>
            <a:r>
              <a:rPr lang="en-US"/>
              <a:t>divider slide</a:t>
            </a:r>
          </a:p>
        </p:txBody>
      </p:sp>
      <p:sp>
        <p:nvSpPr>
          <p:cNvPr id="7" name="Slide Number">
            <a:extLst>
              <a:ext uri="{FF2B5EF4-FFF2-40B4-BE49-F238E27FC236}">
                <a16:creationId xmlns:a16="http://schemas.microsoft.com/office/drawing/2014/main" id="{7539A198-0703-228F-1323-ABD2B2A43D2C}"/>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sp>
        <p:nvSpPr>
          <p:cNvPr id="5" name="Slide Number">
            <a:extLst>
              <a:ext uri="{FF2B5EF4-FFF2-40B4-BE49-F238E27FC236}">
                <a16:creationId xmlns:a16="http://schemas.microsoft.com/office/drawing/2014/main" id="{DAF4D4F2-68F2-2E51-D62E-C277729D72A4}"/>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1"/>
                </a:solidFill>
                <a:latin typeface="+mn-lt"/>
              </a:rPr>
              <a:pPr algn="r"/>
              <a:t>‹#›</a:t>
            </a:fld>
            <a:endParaRPr lang="en-US" sz="1350" dirty="0">
              <a:solidFill>
                <a:schemeClr val="bg1"/>
              </a:solidFill>
              <a:latin typeface="+mn-lt"/>
            </a:endParaRPr>
          </a:p>
        </p:txBody>
      </p:sp>
      <p:sp>
        <p:nvSpPr>
          <p:cNvPr id="11" name="Text Placeholder 12">
            <a:extLst>
              <a:ext uri="{FF2B5EF4-FFF2-40B4-BE49-F238E27FC236}">
                <a16:creationId xmlns:a16="http://schemas.microsoft.com/office/drawing/2014/main" id="{0E3C8F8E-365D-4801-4700-A2EA7ECA7EB2}"/>
              </a:ext>
            </a:extLst>
          </p:cNvPr>
          <p:cNvSpPr>
            <a:spLocks noGrp="1"/>
          </p:cNvSpPr>
          <p:nvPr>
            <p:ph type="body" sz="quarter" idx="16" hasCustomPrompt="1"/>
          </p:nvPr>
        </p:nvSpPr>
        <p:spPr>
          <a:xfrm>
            <a:off x="685799" y="6554729"/>
            <a:ext cx="6915150" cy="1107996"/>
          </a:xfrm>
        </p:spPr>
        <p:txBody>
          <a:bodyPr wrap="square" lIns="0" tIns="0" rIns="0" bIns="0">
            <a:spAutoFit/>
          </a:bodyPr>
          <a:lstStyle>
            <a:lvl1pPr marL="0" indent="0">
              <a:lnSpc>
                <a:spcPct val="100000"/>
              </a:lnSpc>
              <a:spcBef>
                <a:spcPts val="600"/>
              </a:spcBef>
              <a:buNone/>
              <a:defRPr sz="1800"/>
            </a:lvl1pPr>
          </a:lstStyle>
          <a:p>
            <a:pPr lvl="0"/>
            <a:r>
              <a:rPr lang="en-US"/>
              <a:t>Sometimes it might have a short description paragraph set in Xfinity Brown.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a:t>
            </a:r>
            <a:r>
              <a:rPr lang="en-US" err="1"/>
              <a:t>condimentum</a:t>
            </a:r>
            <a:r>
              <a:rPr lang="en-US"/>
              <a:t> in </a:t>
            </a:r>
            <a:r>
              <a:rPr lang="en-US" err="1"/>
              <a:t>arcu</a:t>
            </a:r>
            <a:r>
              <a:rPr lang="en-US"/>
              <a:t> </a:t>
            </a:r>
            <a:r>
              <a:rPr lang="en-US" err="1"/>
              <a:t>ut</a:t>
            </a:r>
            <a:r>
              <a:rPr lang="en-US"/>
              <a:t> </a:t>
            </a:r>
            <a:r>
              <a:rPr lang="en-US" err="1"/>
              <a:t>ultrices</a:t>
            </a:r>
            <a:r>
              <a:rPr lang="en-US"/>
              <a:t>. Morbi vel nisi </a:t>
            </a:r>
            <a:r>
              <a:rPr lang="en-US" err="1"/>
              <a:t>leo</a:t>
            </a:r>
            <a:r>
              <a:rPr lang="en-US"/>
              <a:t>. Duis </a:t>
            </a:r>
            <a:r>
              <a:rPr lang="en-US" err="1"/>
              <a:t>ut</a:t>
            </a:r>
            <a:r>
              <a:rPr lang="en-US"/>
              <a:t> </a:t>
            </a:r>
            <a:r>
              <a:rPr lang="en-US" err="1"/>
              <a:t>volutpat</a:t>
            </a:r>
            <a:r>
              <a:rPr lang="en-US"/>
              <a:t> dui. Integer </a:t>
            </a:r>
            <a:r>
              <a:rPr lang="en-US" err="1"/>
              <a:t>tincidunt</a:t>
            </a:r>
            <a:r>
              <a:rPr lang="en-US"/>
              <a:t> </a:t>
            </a:r>
            <a:r>
              <a:rPr lang="en-US" err="1"/>
              <a:t>bibendum</a:t>
            </a:r>
            <a:r>
              <a:rPr lang="en-US"/>
              <a:t>. </a:t>
            </a:r>
          </a:p>
        </p:txBody>
      </p:sp>
      <p:pic>
        <p:nvPicPr>
          <p:cNvPr id="4" name="Graphic 3">
            <a:extLst>
              <a:ext uri="{FF2B5EF4-FFF2-40B4-BE49-F238E27FC236}">
                <a16:creationId xmlns:a16="http://schemas.microsoft.com/office/drawing/2014/main" id="{6D2CFB69-B802-38DB-39DA-CE82647DD4B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1907325402"/>
      </p:ext>
    </p:extLst>
  </p:cSld>
  <p:clrMapOvr>
    <a:overrideClrMapping bg1="lt1" tx1="dk1" bg2="lt2" tx2="dk2" accent1="accent1" accent2="accent2" accent3="accent3" accent4="accent4" accent5="accent5" accent6="accent6" hlink="hlink" folHlink="folHlink"/>
  </p:clrMapOvr>
  <p:transition spd="med"/>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Image Right">
    <p:bg>
      <p:bgPr>
        <a:solidFill>
          <a:schemeClr val="bg1"/>
        </a:solidFill>
        <a:effectLst/>
      </p:bgPr>
    </p:bg>
    <p:spTree>
      <p:nvGrpSpPr>
        <p:cNvPr id="1" name=""/>
        <p:cNvGrpSpPr/>
        <p:nvPr/>
      </p:nvGrpSpPr>
      <p:grpSpPr>
        <a:xfrm>
          <a:off x="0" y="0"/>
          <a:ext cx="0" cy="0"/>
          <a:chOff x="0" y="0"/>
          <a:chExt cx="0" cy="0"/>
        </a:xfrm>
      </p:grpSpPr>
      <p:sp>
        <p:nvSpPr>
          <p:cNvPr id="2" name="Picture Placeholder 3">
            <a:extLst>
              <a:ext uri="{FF2B5EF4-FFF2-40B4-BE49-F238E27FC236}">
                <a16:creationId xmlns:a16="http://schemas.microsoft.com/office/drawing/2014/main" id="{784ED0EA-D618-4A78-CF22-9BE462D1453F}"/>
              </a:ext>
            </a:extLst>
          </p:cNvPr>
          <p:cNvSpPr>
            <a:spLocks noGrp="1"/>
          </p:cNvSpPr>
          <p:nvPr>
            <p:ph type="pic" sz="quarter" idx="15" hasCustomPrompt="1"/>
          </p:nvPr>
        </p:nvSpPr>
        <p:spPr>
          <a:xfrm>
            <a:off x="114300" y="112088"/>
            <a:ext cx="8915400" cy="10062824"/>
          </a:xfrm>
          <a:prstGeom prst="roundRect">
            <a:avLst>
              <a:gd name="adj" fmla="val 1448"/>
            </a:avLst>
          </a:prstGeom>
          <a:gradFill>
            <a:gsLst>
              <a:gs pos="0">
                <a:schemeClr val="accent1"/>
              </a:gs>
              <a:gs pos="100000">
                <a:schemeClr val="tx2"/>
              </a:gs>
            </a:gsLst>
            <a:lin ang="3000000" scaled="0"/>
          </a:gradFill>
        </p:spPr>
        <p:txBody>
          <a:bodyPr anchor="ctr">
            <a:normAutofit/>
          </a:bodyPr>
          <a:lstStyle>
            <a:lvl1pPr marL="0" indent="0" algn="ctr">
              <a:buNone/>
              <a:defRPr sz="1600">
                <a:solidFill>
                  <a:schemeClr val="bg1"/>
                </a:solidFill>
              </a:defRPr>
            </a:lvl1pPr>
          </a:lstStyle>
          <a:p>
            <a:r>
              <a:rPr lang="en-US"/>
              <a:t>Click here to add image</a:t>
            </a:r>
          </a:p>
        </p:txBody>
      </p:sp>
      <p:sp>
        <p:nvSpPr>
          <p:cNvPr id="3" name="Text Placeholder 8">
            <a:extLst>
              <a:ext uri="{FF2B5EF4-FFF2-40B4-BE49-F238E27FC236}">
                <a16:creationId xmlns:a16="http://schemas.microsoft.com/office/drawing/2014/main" id="{44AE53F5-443C-A70C-4A5B-418A84C63DF7}"/>
              </a:ext>
            </a:extLst>
          </p:cNvPr>
          <p:cNvSpPr>
            <a:spLocks noGrp="1"/>
          </p:cNvSpPr>
          <p:nvPr>
            <p:ph type="body" sz="quarter" idx="13" hasCustomPrompt="1"/>
          </p:nvPr>
        </p:nvSpPr>
        <p:spPr>
          <a:xfrm>
            <a:off x="9829799" y="685800"/>
            <a:ext cx="5486400" cy="170816"/>
          </a:xfrm>
        </p:spPr>
        <p:txBody>
          <a:bodyPr wrap="square" lIns="0" tIns="0" rIns="0" bIns="0">
            <a:spAutoFit/>
          </a:bodyPr>
          <a:lstStyle>
            <a:lvl1pPr marL="0" indent="0">
              <a:buNone/>
              <a:defRPr sz="1200" b="0" cap="all" spc="200" baseline="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6" name="Text Placeholder 4">
            <a:extLst>
              <a:ext uri="{FF2B5EF4-FFF2-40B4-BE49-F238E27FC236}">
                <a16:creationId xmlns:a16="http://schemas.microsoft.com/office/drawing/2014/main" id="{AC581CA7-C185-042F-DD2C-BFDB1B9D979C}"/>
              </a:ext>
            </a:extLst>
          </p:cNvPr>
          <p:cNvSpPr>
            <a:spLocks noGrp="1"/>
          </p:cNvSpPr>
          <p:nvPr>
            <p:ph type="body" sz="quarter" idx="11" hasCustomPrompt="1"/>
          </p:nvPr>
        </p:nvSpPr>
        <p:spPr>
          <a:xfrm>
            <a:off x="9829799" y="3980104"/>
            <a:ext cx="6915151" cy="2326791"/>
          </a:xfrm>
        </p:spPr>
        <p:txBody>
          <a:bodyPr wrap="square" lIns="0" tIns="0" rIns="0" bIns="0" anchor="ctr">
            <a:spAutoFit/>
          </a:bodyPr>
          <a:lstStyle>
            <a:lvl1pPr marL="0" indent="0">
              <a:spcBef>
                <a:spcPts val="0"/>
              </a:spcBef>
              <a:buNone/>
              <a:defRPr sz="8400" b="0" spc="-30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This is a </a:t>
            </a:r>
            <a:br>
              <a:rPr lang="en-US"/>
            </a:br>
            <a:r>
              <a:rPr lang="en-US"/>
              <a:t>divider slide</a:t>
            </a:r>
          </a:p>
        </p:txBody>
      </p:sp>
      <p:sp>
        <p:nvSpPr>
          <p:cNvPr id="7" name="Slide Number">
            <a:extLst>
              <a:ext uri="{FF2B5EF4-FFF2-40B4-BE49-F238E27FC236}">
                <a16:creationId xmlns:a16="http://schemas.microsoft.com/office/drawing/2014/main" id="{71DB4BD8-6BDC-3468-164E-4D8B88A2A86D}"/>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sp>
        <p:nvSpPr>
          <p:cNvPr id="5" name="Slide Number">
            <a:extLst>
              <a:ext uri="{FF2B5EF4-FFF2-40B4-BE49-F238E27FC236}">
                <a16:creationId xmlns:a16="http://schemas.microsoft.com/office/drawing/2014/main" id="{BAA1AD95-9B75-6DA3-14C7-28708DFD3785}"/>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350">
              <a:solidFill>
                <a:schemeClr val="bg2"/>
              </a:solidFill>
              <a:latin typeface="+mn-lt"/>
            </a:endParaRPr>
          </a:p>
        </p:txBody>
      </p:sp>
      <p:sp>
        <p:nvSpPr>
          <p:cNvPr id="13" name="Text Placeholder 12">
            <a:extLst>
              <a:ext uri="{FF2B5EF4-FFF2-40B4-BE49-F238E27FC236}">
                <a16:creationId xmlns:a16="http://schemas.microsoft.com/office/drawing/2014/main" id="{95BAD471-9451-1057-25FF-73C544A20D9A}"/>
              </a:ext>
            </a:extLst>
          </p:cNvPr>
          <p:cNvSpPr>
            <a:spLocks noGrp="1"/>
          </p:cNvSpPr>
          <p:nvPr>
            <p:ph type="body" sz="quarter" idx="16" hasCustomPrompt="1"/>
          </p:nvPr>
        </p:nvSpPr>
        <p:spPr>
          <a:xfrm>
            <a:off x="9829800" y="6554729"/>
            <a:ext cx="6915150" cy="1107996"/>
          </a:xfrm>
        </p:spPr>
        <p:txBody>
          <a:bodyPr wrap="square" lIns="0" tIns="0" rIns="0" bIns="0">
            <a:spAutoFit/>
          </a:bodyPr>
          <a:lstStyle>
            <a:lvl1pPr marL="0" indent="0">
              <a:lnSpc>
                <a:spcPct val="100000"/>
              </a:lnSpc>
              <a:spcBef>
                <a:spcPts val="600"/>
              </a:spcBef>
              <a:buNone/>
              <a:defRPr sz="1800"/>
            </a:lvl1pPr>
          </a:lstStyle>
          <a:p>
            <a:pPr lvl="0"/>
            <a:r>
              <a:rPr lang="en-US"/>
              <a:t>Sometimes it might have a short description paragraph set in Xfinity Brown.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a:t>
            </a:r>
            <a:r>
              <a:rPr lang="en-US" err="1"/>
              <a:t>condimentum</a:t>
            </a:r>
            <a:r>
              <a:rPr lang="en-US"/>
              <a:t> in </a:t>
            </a:r>
            <a:r>
              <a:rPr lang="en-US" err="1"/>
              <a:t>arcu</a:t>
            </a:r>
            <a:r>
              <a:rPr lang="en-US"/>
              <a:t> </a:t>
            </a:r>
            <a:r>
              <a:rPr lang="en-US" err="1"/>
              <a:t>ut</a:t>
            </a:r>
            <a:r>
              <a:rPr lang="en-US"/>
              <a:t> </a:t>
            </a:r>
            <a:r>
              <a:rPr lang="en-US" err="1"/>
              <a:t>ultrices</a:t>
            </a:r>
            <a:r>
              <a:rPr lang="en-US"/>
              <a:t>. Morbi vel nisi </a:t>
            </a:r>
            <a:r>
              <a:rPr lang="en-US" err="1"/>
              <a:t>leo</a:t>
            </a:r>
            <a:r>
              <a:rPr lang="en-US"/>
              <a:t>. Duis </a:t>
            </a:r>
            <a:r>
              <a:rPr lang="en-US" err="1"/>
              <a:t>ut</a:t>
            </a:r>
            <a:r>
              <a:rPr lang="en-US"/>
              <a:t> </a:t>
            </a:r>
            <a:r>
              <a:rPr lang="en-US" err="1"/>
              <a:t>volutpat</a:t>
            </a:r>
            <a:r>
              <a:rPr lang="en-US"/>
              <a:t> dui. Integer </a:t>
            </a:r>
            <a:r>
              <a:rPr lang="en-US" err="1"/>
              <a:t>tincidunt</a:t>
            </a:r>
            <a:r>
              <a:rPr lang="en-US"/>
              <a:t> </a:t>
            </a:r>
            <a:r>
              <a:rPr lang="en-US" err="1"/>
              <a:t>bibendum</a:t>
            </a:r>
            <a:r>
              <a:rPr lang="en-US"/>
              <a:t>. </a:t>
            </a:r>
          </a:p>
        </p:txBody>
      </p:sp>
      <p:pic>
        <p:nvPicPr>
          <p:cNvPr id="8" name="Graphic 7">
            <a:extLst>
              <a:ext uri="{FF2B5EF4-FFF2-40B4-BE49-F238E27FC236}">
                <a16:creationId xmlns:a16="http://schemas.microsoft.com/office/drawing/2014/main" id="{3C6DFEA4-34F5-059E-0F77-43ED5A93F3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1692565182"/>
      </p:ext>
    </p:extLst>
  </p:cSld>
  <p:clrMapOvr>
    <a:overrideClrMapping bg1="lt1" tx1="dk1" bg2="lt2" tx2="dk2" accent1="accent1" accent2="accent2" accent3="accent3" accent4="accent4" accent5="accent5" accent6="accent6" hlink="hlink" folHlink="folHlink"/>
  </p:clrMapOvr>
  <p:transition spd="med"/>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tro_Purple">
    <p:bg>
      <p:bgPr>
        <a:solidFill>
          <a:schemeClr val="tx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87F2D0C-5D3E-5468-DA71-8206F239AB6E}"/>
              </a:ext>
            </a:extLst>
          </p:cNvPr>
          <p:cNvSpPr>
            <a:spLocks noGrp="1"/>
          </p:cNvSpPr>
          <p:nvPr>
            <p:ph type="body" sz="quarter" idx="11" hasCustomPrompt="1"/>
          </p:nvPr>
        </p:nvSpPr>
        <p:spPr>
          <a:xfrm>
            <a:off x="685799" y="3284122"/>
            <a:ext cx="6915151" cy="2326791"/>
          </a:xfrm>
        </p:spPr>
        <p:txBody>
          <a:bodyPr wrap="square" lIns="0" tIns="0" rIns="0" bIns="0">
            <a:spAutoFit/>
          </a:bodyPr>
          <a:lstStyle>
            <a:lvl1pPr marL="0" indent="0">
              <a:spcBef>
                <a:spcPts val="0"/>
              </a:spcBef>
              <a:buNone/>
              <a:defRPr sz="8400" b="0" spc="-3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Lorem ipsum dolor sit </a:t>
            </a:r>
            <a:r>
              <a:rPr lang="en-US" err="1"/>
              <a:t>amet</a:t>
            </a:r>
            <a:endParaRPr lang="en-US"/>
          </a:p>
        </p:txBody>
      </p:sp>
      <p:sp>
        <p:nvSpPr>
          <p:cNvPr id="3" name="Text Placeholder 4">
            <a:extLst>
              <a:ext uri="{FF2B5EF4-FFF2-40B4-BE49-F238E27FC236}">
                <a16:creationId xmlns:a16="http://schemas.microsoft.com/office/drawing/2014/main" id="{0C626B69-6E8C-F681-549B-582F41334DC5}"/>
              </a:ext>
            </a:extLst>
          </p:cNvPr>
          <p:cNvSpPr>
            <a:spLocks noGrp="1"/>
          </p:cNvSpPr>
          <p:nvPr>
            <p:ph type="body" sz="quarter" idx="15" hasCustomPrompt="1"/>
          </p:nvPr>
        </p:nvSpPr>
        <p:spPr>
          <a:xfrm>
            <a:off x="685799" y="976441"/>
            <a:ext cx="6915151" cy="443198"/>
          </a:xfrm>
        </p:spPr>
        <p:txBody>
          <a:bodyPr wrap="square" lIns="0" tIns="0" rIns="0" bIns="0">
            <a:spAutoFit/>
          </a:bodyPr>
          <a:lstStyle>
            <a:lvl1pPr marL="0" indent="0">
              <a:spcBef>
                <a:spcPts val="0"/>
              </a:spcBef>
              <a:buNone/>
              <a:defRPr sz="3200" b="0" spc="-15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Concept intro</a:t>
            </a:r>
          </a:p>
        </p:txBody>
      </p:sp>
      <p:sp>
        <p:nvSpPr>
          <p:cNvPr id="2" name="Text Placeholder 8">
            <a:extLst>
              <a:ext uri="{FF2B5EF4-FFF2-40B4-BE49-F238E27FC236}">
                <a16:creationId xmlns:a16="http://schemas.microsoft.com/office/drawing/2014/main" id="{2D917093-AC14-FDE7-2AAF-B34A257C307A}"/>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11" name="Slide Number">
            <a:extLst>
              <a:ext uri="{FF2B5EF4-FFF2-40B4-BE49-F238E27FC236}">
                <a16:creationId xmlns:a16="http://schemas.microsoft.com/office/drawing/2014/main" id="{771E27F1-194D-EC29-6FED-1352960D86F1}"/>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sp>
        <p:nvSpPr>
          <p:cNvPr id="6" name="Slide Number">
            <a:extLst>
              <a:ext uri="{FF2B5EF4-FFF2-40B4-BE49-F238E27FC236}">
                <a16:creationId xmlns:a16="http://schemas.microsoft.com/office/drawing/2014/main" id="{3780B6CD-C6AB-4031-22AC-003C643345D8}"/>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1"/>
                </a:solidFill>
                <a:latin typeface="+mn-lt"/>
              </a:rPr>
              <a:pPr algn="r"/>
              <a:t>‹#›</a:t>
            </a:fld>
            <a:endParaRPr lang="en-US" sz="1350">
              <a:solidFill>
                <a:schemeClr val="bg1"/>
              </a:solidFill>
              <a:latin typeface="+mn-lt"/>
            </a:endParaRPr>
          </a:p>
        </p:txBody>
      </p:sp>
      <p:sp>
        <p:nvSpPr>
          <p:cNvPr id="14" name="Text Placeholder 13">
            <a:extLst>
              <a:ext uri="{FF2B5EF4-FFF2-40B4-BE49-F238E27FC236}">
                <a16:creationId xmlns:a16="http://schemas.microsoft.com/office/drawing/2014/main" id="{3D7FFEBD-4152-4918-40F3-C8C2F2F050F4}"/>
              </a:ext>
            </a:extLst>
          </p:cNvPr>
          <p:cNvSpPr>
            <a:spLocks noGrp="1"/>
          </p:cNvSpPr>
          <p:nvPr>
            <p:ph type="body" sz="quarter" idx="16" hasCustomPrompt="1"/>
          </p:nvPr>
        </p:nvSpPr>
        <p:spPr>
          <a:xfrm>
            <a:off x="9258300" y="3284122"/>
            <a:ext cx="6915150" cy="5237909"/>
          </a:xfrm>
        </p:spPr>
        <p:txBody>
          <a:bodyPr lIns="0" tIns="0" rIns="0" bIns="0">
            <a:spAutoFit/>
          </a:bodyPr>
          <a:lstStyle>
            <a:lvl1pPr marL="0" indent="0">
              <a:lnSpc>
                <a:spcPct val="110000"/>
              </a:lnSpc>
              <a:spcBef>
                <a:spcPts val="600"/>
              </a:spcBef>
              <a:buNone/>
              <a:defRPr sz="1800">
                <a:solidFill>
                  <a:schemeClr val="bg1"/>
                </a:solidFill>
              </a:defRPr>
            </a:lvl1pPr>
            <a:lvl2pPr marL="685800" indent="0">
              <a:lnSpc>
                <a:spcPct val="120000"/>
              </a:lnSpc>
              <a:spcBef>
                <a:spcPts val="600"/>
              </a:spcBef>
              <a:buNone/>
              <a:defRPr sz="1800"/>
            </a:lvl2pPr>
            <a:lvl3pPr marL="1371600" indent="0">
              <a:lnSpc>
                <a:spcPct val="120000"/>
              </a:lnSpc>
              <a:spcBef>
                <a:spcPts val="600"/>
              </a:spcBef>
              <a:buNone/>
              <a:defRPr sz="1800"/>
            </a:lvl3pPr>
            <a:lvl4pPr marL="2057400" indent="0">
              <a:lnSpc>
                <a:spcPct val="120000"/>
              </a:lnSpc>
              <a:spcBef>
                <a:spcPts val="600"/>
              </a:spcBef>
              <a:buNone/>
              <a:defRPr sz="1800"/>
            </a:lvl4pPr>
            <a:lvl5pPr marL="2743200" indent="0">
              <a:lnSpc>
                <a:spcPct val="120000"/>
              </a:lnSpc>
              <a:spcBef>
                <a:spcPts val="600"/>
              </a:spcBef>
              <a:buNone/>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a:t>
            </a:r>
            <a:r>
              <a:rPr lang="en-US" err="1"/>
              <a:t>condimentum</a:t>
            </a:r>
            <a:r>
              <a:rPr lang="en-US"/>
              <a:t> in </a:t>
            </a:r>
            <a:r>
              <a:rPr lang="en-US" err="1"/>
              <a:t>arcu</a:t>
            </a:r>
            <a:r>
              <a:rPr lang="en-US"/>
              <a:t> </a:t>
            </a:r>
            <a:r>
              <a:rPr lang="en-US" err="1"/>
              <a:t>ut</a:t>
            </a:r>
            <a:r>
              <a:rPr lang="en-US"/>
              <a:t> </a:t>
            </a:r>
            <a:r>
              <a:rPr lang="en-US" err="1"/>
              <a:t>ultrices</a:t>
            </a:r>
            <a:r>
              <a:rPr lang="en-US"/>
              <a:t>. Morbi vel nisi </a:t>
            </a:r>
            <a:r>
              <a:rPr lang="en-US" err="1"/>
              <a:t>leo</a:t>
            </a:r>
            <a:r>
              <a:rPr lang="en-US"/>
              <a:t>. Duis </a:t>
            </a:r>
            <a:r>
              <a:rPr lang="en-US" err="1"/>
              <a:t>ut</a:t>
            </a:r>
            <a:r>
              <a:rPr lang="en-US"/>
              <a:t> </a:t>
            </a:r>
            <a:r>
              <a:rPr lang="en-US" err="1"/>
              <a:t>volutpat</a:t>
            </a:r>
            <a:r>
              <a:rPr lang="en-US"/>
              <a:t> dui. Integer </a:t>
            </a:r>
            <a:r>
              <a:rPr lang="en-US" err="1"/>
              <a:t>tincidunt</a:t>
            </a:r>
            <a:r>
              <a:rPr lang="en-US"/>
              <a:t> </a:t>
            </a:r>
            <a:r>
              <a:rPr lang="en-US" err="1"/>
              <a:t>congue</a:t>
            </a:r>
            <a:r>
              <a:rPr lang="en-US"/>
              <a:t> </a:t>
            </a:r>
            <a:r>
              <a:rPr lang="en-US" err="1"/>
              <a:t>leo</a:t>
            </a:r>
            <a:r>
              <a:rPr lang="en-US"/>
              <a:t> ac </a:t>
            </a:r>
            <a:r>
              <a:rPr lang="en-US" err="1"/>
              <a:t>bibendum</a:t>
            </a:r>
            <a:r>
              <a:rPr lang="en-US"/>
              <a:t>. Vestibulum </a:t>
            </a:r>
            <a:r>
              <a:rPr lang="en-US" err="1"/>
              <a:t>eu</a:t>
            </a:r>
            <a:r>
              <a:rPr lang="en-US"/>
              <a:t> </a:t>
            </a:r>
            <a:r>
              <a:rPr lang="en-US" err="1"/>
              <a:t>tincidunt</a:t>
            </a:r>
            <a:r>
              <a:rPr lang="en-US"/>
              <a:t> libero. </a:t>
            </a:r>
            <a:r>
              <a:rPr lang="en-US" err="1"/>
              <a:t>Etiam</a:t>
            </a:r>
            <a:r>
              <a:rPr lang="en-US"/>
              <a:t> </a:t>
            </a:r>
            <a:r>
              <a:rPr lang="en-US" err="1"/>
              <a:t>posuere</a:t>
            </a:r>
            <a:r>
              <a:rPr lang="en-US"/>
              <a:t> </a:t>
            </a:r>
            <a:r>
              <a:rPr lang="en-US" err="1"/>
              <a:t>enim</a:t>
            </a:r>
            <a:r>
              <a:rPr lang="en-US"/>
              <a:t> sit </a:t>
            </a:r>
            <a:r>
              <a:rPr lang="en-US" err="1"/>
              <a:t>amet</a:t>
            </a:r>
            <a:r>
              <a:rPr lang="en-US"/>
              <a:t> </a:t>
            </a:r>
            <a:r>
              <a:rPr lang="en-US" err="1"/>
              <a:t>pretium</a:t>
            </a:r>
            <a:r>
              <a:rPr lang="en-US"/>
              <a:t> </a:t>
            </a:r>
            <a:r>
              <a:rPr lang="en-US" err="1"/>
              <a:t>varius</a:t>
            </a:r>
            <a:r>
              <a:rPr lang="en-US"/>
              <a:t>. </a:t>
            </a:r>
            <a:r>
              <a:rPr lang="en-US" err="1"/>
              <a:t>Phasellus</a:t>
            </a:r>
            <a:r>
              <a:rPr lang="en-US"/>
              <a:t> vel </a:t>
            </a:r>
            <a:r>
              <a:rPr lang="en-US" err="1"/>
              <a:t>massa</a:t>
            </a:r>
            <a:r>
              <a:rPr lang="en-US"/>
              <a:t> </a:t>
            </a:r>
            <a:r>
              <a:rPr lang="en-US" err="1"/>
              <a:t>massa</a:t>
            </a:r>
            <a:r>
              <a:rPr lang="en-US"/>
              <a:t>. </a:t>
            </a:r>
            <a:r>
              <a:rPr lang="en-US" err="1"/>
              <a:t>Pellentesque</a:t>
            </a:r>
            <a:r>
              <a:rPr lang="en-US"/>
              <a:t> sed </a:t>
            </a:r>
            <a:r>
              <a:rPr lang="en-US" err="1"/>
              <a:t>turpis</a:t>
            </a:r>
            <a:r>
              <a:rPr lang="en-US"/>
              <a:t> </a:t>
            </a:r>
            <a:r>
              <a:rPr lang="en-US" err="1"/>
              <a:t>eu</a:t>
            </a:r>
            <a:r>
              <a:rPr lang="en-US"/>
              <a:t> </a:t>
            </a:r>
            <a:r>
              <a:rPr lang="en-US" err="1"/>
              <a:t>tellus</a:t>
            </a:r>
            <a:r>
              <a:rPr lang="en-US"/>
              <a:t> </a:t>
            </a:r>
            <a:r>
              <a:rPr lang="en-US" err="1"/>
              <a:t>consequat</a:t>
            </a:r>
            <a:r>
              <a:rPr lang="en-US"/>
              <a:t> </a:t>
            </a:r>
            <a:r>
              <a:rPr lang="en-US" err="1"/>
              <a:t>rutrum</a:t>
            </a:r>
            <a:r>
              <a:rPr lang="en-US"/>
              <a:t>. Nunc </a:t>
            </a:r>
            <a:r>
              <a:rPr lang="en-US" err="1"/>
              <a:t>tincidunt</a:t>
            </a:r>
            <a:r>
              <a:rPr lang="en-US"/>
              <a:t> </a:t>
            </a:r>
            <a:r>
              <a:rPr lang="en-US" err="1"/>
              <a:t>nisl</a:t>
            </a:r>
            <a:r>
              <a:rPr lang="en-US"/>
              <a:t> non </a:t>
            </a:r>
            <a:r>
              <a:rPr lang="en-US" err="1"/>
              <a:t>est</a:t>
            </a:r>
            <a:r>
              <a:rPr lang="en-US"/>
              <a:t> </a:t>
            </a:r>
            <a:r>
              <a:rPr lang="en-US" err="1"/>
              <a:t>varius</a:t>
            </a:r>
            <a:r>
              <a:rPr lang="en-US"/>
              <a:t> </a:t>
            </a:r>
            <a:r>
              <a:rPr lang="en-US" err="1"/>
              <a:t>egestas</a:t>
            </a:r>
            <a:r>
              <a:rPr lang="en-US"/>
              <a:t>. </a:t>
            </a:r>
            <a:r>
              <a:rPr lang="en-US" err="1"/>
              <a:t>Suspendisse</a:t>
            </a:r>
            <a:r>
              <a:rPr lang="en-US"/>
              <a:t> </a:t>
            </a:r>
            <a:r>
              <a:rPr lang="en-US" err="1"/>
              <a:t>efficitur</a:t>
            </a:r>
            <a:r>
              <a:rPr lang="en-US"/>
              <a:t> </a:t>
            </a:r>
            <a:r>
              <a:rPr lang="en-US" err="1"/>
              <a:t>commodo</a:t>
            </a:r>
            <a:r>
              <a:rPr lang="en-US"/>
              <a:t> </a:t>
            </a:r>
            <a:r>
              <a:rPr lang="en-US" err="1"/>
              <a:t>turpis</a:t>
            </a:r>
            <a:r>
              <a:rPr lang="en-US"/>
              <a:t> </a:t>
            </a:r>
            <a:r>
              <a:rPr lang="en-US" err="1"/>
              <a:t>eget</a:t>
            </a:r>
            <a:r>
              <a:rPr lang="en-US"/>
              <a:t> fermentum. </a:t>
            </a:r>
            <a:r>
              <a:rPr lang="en-US" err="1"/>
              <a:t>Praesent</a:t>
            </a:r>
            <a:r>
              <a:rPr lang="en-US"/>
              <a:t> vel </a:t>
            </a:r>
            <a:r>
              <a:rPr lang="en-US" err="1"/>
              <a:t>ornare</a:t>
            </a:r>
            <a:r>
              <a:rPr lang="en-US"/>
              <a:t> libero.</a:t>
            </a:r>
          </a:p>
          <a:p>
            <a:pPr lvl="0"/>
            <a:r>
              <a:rPr lang="en-US" err="1"/>
              <a:t>Etiam</a:t>
            </a:r>
            <a:r>
              <a:rPr lang="en-US"/>
              <a:t> </a:t>
            </a:r>
            <a:r>
              <a:rPr lang="en-US" err="1"/>
              <a:t>pellentesque</a:t>
            </a:r>
            <a:r>
              <a:rPr lang="en-US"/>
              <a:t> non magna </a:t>
            </a:r>
            <a:r>
              <a:rPr lang="en-US" err="1"/>
              <a:t>ut</a:t>
            </a:r>
            <a:r>
              <a:rPr lang="en-US"/>
              <a:t> semper. Vestibulum </a:t>
            </a:r>
            <a:r>
              <a:rPr lang="en-US" err="1"/>
              <a:t>vehicula</a:t>
            </a:r>
            <a:r>
              <a:rPr lang="en-US"/>
              <a:t> tempus </a:t>
            </a:r>
            <a:r>
              <a:rPr lang="en-US" err="1"/>
              <a:t>sapien</a:t>
            </a:r>
            <a:r>
              <a:rPr lang="en-US"/>
              <a:t>, sit </a:t>
            </a:r>
            <a:r>
              <a:rPr lang="en-US" err="1"/>
              <a:t>amet</a:t>
            </a:r>
            <a:r>
              <a:rPr lang="en-US"/>
              <a:t> </a:t>
            </a:r>
            <a:r>
              <a:rPr lang="en-US" err="1"/>
              <a:t>vehicula</a:t>
            </a:r>
            <a:r>
              <a:rPr lang="en-US"/>
              <a:t> </a:t>
            </a:r>
            <a:r>
              <a:rPr lang="en-US" err="1"/>
              <a:t>felis</a:t>
            </a:r>
            <a:r>
              <a:rPr lang="en-US"/>
              <a:t> </a:t>
            </a:r>
            <a:r>
              <a:rPr lang="en-US" err="1"/>
              <a:t>ornare</a:t>
            </a:r>
            <a:r>
              <a:rPr lang="en-US"/>
              <a:t> pulvinar. </a:t>
            </a:r>
            <a:r>
              <a:rPr lang="en-US" err="1"/>
              <a:t>Phasellus</a:t>
            </a:r>
            <a:r>
              <a:rPr lang="en-US"/>
              <a:t> </a:t>
            </a:r>
            <a:r>
              <a:rPr lang="en-US" err="1"/>
              <a:t>urna</a:t>
            </a:r>
            <a:r>
              <a:rPr lang="en-US"/>
              <a:t> </a:t>
            </a:r>
            <a:r>
              <a:rPr lang="en-US" err="1"/>
              <a:t>quam</a:t>
            </a:r>
            <a:r>
              <a:rPr lang="en-US"/>
              <a:t>, </a:t>
            </a:r>
            <a:r>
              <a:rPr lang="en-US" err="1"/>
              <a:t>facilisis</a:t>
            </a:r>
            <a:r>
              <a:rPr lang="en-US"/>
              <a:t> </a:t>
            </a:r>
            <a:r>
              <a:rPr lang="en-US" err="1"/>
              <a:t>eget</a:t>
            </a:r>
            <a:r>
              <a:rPr lang="en-US"/>
              <a:t> </a:t>
            </a:r>
            <a:r>
              <a:rPr lang="en-US" err="1"/>
              <a:t>blandit</a:t>
            </a:r>
            <a:r>
              <a:rPr lang="en-US"/>
              <a:t> vitae, </a:t>
            </a:r>
            <a:r>
              <a:rPr lang="en-US" err="1"/>
              <a:t>mattis</a:t>
            </a:r>
            <a:r>
              <a:rPr lang="en-US"/>
              <a:t> id </a:t>
            </a:r>
            <a:r>
              <a:rPr lang="en-US" err="1"/>
              <a:t>lacus</a:t>
            </a:r>
            <a:r>
              <a:rPr lang="en-US"/>
              <a:t>. </a:t>
            </a:r>
            <a:r>
              <a:rPr lang="en-US" err="1"/>
              <a:t>Fusce</a:t>
            </a:r>
            <a:r>
              <a:rPr lang="en-US"/>
              <a:t> sed </a:t>
            </a:r>
            <a:r>
              <a:rPr lang="en-US" err="1"/>
              <a:t>lobortis</a:t>
            </a:r>
            <a:r>
              <a:rPr lang="en-US"/>
              <a:t> est. Ut convallis, ipsum et lacinia </a:t>
            </a:r>
            <a:r>
              <a:rPr lang="en-US" err="1"/>
              <a:t>congue</a:t>
            </a:r>
            <a:r>
              <a:rPr lang="en-US"/>
              <a:t>, </a:t>
            </a:r>
            <a:r>
              <a:rPr lang="en-US" err="1"/>
              <a:t>leo</a:t>
            </a:r>
            <a:r>
              <a:rPr lang="en-US"/>
              <a:t> </a:t>
            </a:r>
            <a:r>
              <a:rPr lang="en-US" err="1"/>
              <a:t>nisl</a:t>
            </a:r>
            <a:r>
              <a:rPr lang="en-US"/>
              <a:t> tempus </a:t>
            </a:r>
            <a:r>
              <a:rPr lang="en-US" err="1"/>
              <a:t>nibh</a:t>
            </a:r>
            <a:r>
              <a:rPr lang="en-US"/>
              <a:t>, non </a:t>
            </a:r>
            <a:r>
              <a:rPr lang="en-US" err="1"/>
              <a:t>consectetur</a:t>
            </a:r>
            <a:r>
              <a:rPr lang="en-US"/>
              <a:t> </a:t>
            </a:r>
            <a:r>
              <a:rPr lang="en-US" err="1"/>
              <a:t>tortor</a:t>
            </a:r>
            <a:r>
              <a:rPr lang="en-US"/>
              <a:t> </a:t>
            </a:r>
            <a:r>
              <a:rPr lang="en-US" err="1"/>
              <a:t>massa</a:t>
            </a:r>
            <a:r>
              <a:rPr lang="en-US"/>
              <a:t> sed </a:t>
            </a:r>
            <a:r>
              <a:rPr lang="en-US" err="1"/>
              <a:t>tortor</a:t>
            </a:r>
            <a:r>
              <a:rPr lang="en-US"/>
              <a:t>. </a:t>
            </a:r>
            <a:r>
              <a:rPr lang="en-US" err="1"/>
              <a:t>Nullam</a:t>
            </a:r>
            <a:r>
              <a:rPr lang="en-US"/>
              <a:t> </a:t>
            </a:r>
            <a:r>
              <a:rPr lang="en-US" err="1"/>
              <a:t>condimentum</a:t>
            </a:r>
            <a:r>
              <a:rPr lang="en-US"/>
              <a:t> vitae </a:t>
            </a:r>
            <a:r>
              <a:rPr lang="en-US" err="1"/>
              <a:t>justo</a:t>
            </a:r>
            <a:r>
              <a:rPr lang="en-US"/>
              <a:t> </a:t>
            </a:r>
            <a:r>
              <a:rPr lang="en-US" err="1"/>
              <a:t>eget</a:t>
            </a:r>
            <a:r>
              <a:rPr lang="en-US"/>
              <a:t> </a:t>
            </a:r>
            <a:r>
              <a:rPr lang="en-US" err="1"/>
              <a:t>aliquam</a:t>
            </a:r>
            <a:r>
              <a:rPr lang="en-US"/>
              <a:t>. Donec a </a:t>
            </a:r>
            <a:r>
              <a:rPr lang="en-US" err="1"/>
              <a:t>elit</a:t>
            </a:r>
            <a:r>
              <a:rPr lang="en-US"/>
              <a:t> maximus </a:t>
            </a:r>
            <a:r>
              <a:rPr lang="en-US" err="1"/>
              <a:t>odio</a:t>
            </a:r>
            <a:r>
              <a:rPr lang="en-US"/>
              <a:t> </a:t>
            </a:r>
            <a:r>
              <a:rPr lang="en-US" err="1"/>
              <a:t>varius</a:t>
            </a:r>
            <a:r>
              <a:rPr lang="en-US"/>
              <a:t> </a:t>
            </a:r>
            <a:r>
              <a:rPr lang="en-US" err="1"/>
              <a:t>posuere</a:t>
            </a:r>
            <a:r>
              <a:rPr lang="en-US"/>
              <a:t> </a:t>
            </a:r>
            <a:r>
              <a:rPr lang="en-US" err="1"/>
              <a:t>quis</a:t>
            </a:r>
            <a:r>
              <a:rPr lang="en-US"/>
              <a:t> id </a:t>
            </a:r>
            <a:r>
              <a:rPr lang="en-US" err="1"/>
              <a:t>lacus</a:t>
            </a:r>
            <a:r>
              <a:rPr lang="en-US"/>
              <a:t>. </a:t>
            </a:r>
            <a:r>
              <a:rPr lang="en-US" err="1"/>
              <a:t>Fusce</a:t>
            </a:r>
            <a:r>
              <a:rPr lang="en-US"/>
              <a:t> at lorem </a:t>
            </a:r>
            <a:r>
              <a:rPr lang="en-US" err="1"/>
              <a:t>sollicitudin</a:t>
            </a:r>
            <a:r>
              <a:rPr lang="en-US"/>
              <a:t>, </a:t>
            </a:r>
            <a:r>
              <a:rPr lang="en-US" err="1"/>
              <a:t>bibendum</a:t>
            </a:r>
            <a:r>
              <a:rPr lang="en-US"/>
              <a:t> </a:t>
            </a:r>
            <a:r>
              <a:rPr lang="en-US" err="1"/>
              <a:t>erat</a:t>
            </a:r>
            <a:r>
              <a:rPr lang="en-US"/>
              <a:t> </a:t>
            </a:r>
            <a:r>
              <a:rPr lang="en-US" err="1"/>
              <a:t>eget</a:t>
            </a:r>
            <a:r>
              <a:rPr lang="en-US"/>
              <a:t>, </a:t>
            </a:r>
            <a:r>
              <a:rPr lang="en-US" err="1"/>
              <a:t>molestie</a:t>
            </a:r>
            <a:r>
              <a:rPr lang="en-US"/>
              <a:t> ligula. Vestibulum pharetra magna </a:t>
            </a:r>
            <a:r>
              <a:rPr lang="en-US" err="1"/>
              <a:t>orci</a:t>
            </a:r>
            <a:r>
              <a:rPr lang="en-US"/>
              <a:t>, </a:t>
            </a:r>
            <a:r>
              <a:rPr lang="en-US" err="1"/>
              <a:t>ut</a:t>
            </a:r>
            <a:r>
              <a:rPr lang="en-US"/>
              <a:t> lacinia </a:t>
            </a:r>
            <a:r>
              <a:rPr lang="en-US" err="1"/>
              <a:t>orci</a:t>
            </a:r>
            <a:r>
              <a:rPr lang="en-US"/>
              <a:t> </a:t>
            </a:r>
            <a:r>
              <a:rPr lang="en-US" err="1"/>
              <a:t>ultrices</a:t>
            </a:r>
            <a:r>
              <a:rPr lang="en-US"/>
              <a:t> id. Aenean ac </a:t>
            </a:r>
            <a:r>
              <a:rPr lang="en-US" err="1"/>
              <a:t>eleifend</a:t>
            </a:r>
            <a:r>
              <a:rPr lang="en-US"/>
              <a:t> </a:t>
            </a:r>
            <a:r>
              <a:rPr lang="en-US" err="1"/>
              <a:t>odio</a:t>
            </a:r>
            <a:r>
              <a:rPr lang="en-US"/>
              <a:t>. </a:t>
            </a:r>
          </a:p>
        </p:txBody>
      </p:sp>
      <p:pic>
        <p:nvPicPr>
          <p:cNvPr id="7" name="Graphic 6">
            <a:extLst>
              <a:ext uri="{FF2B5EF4-FFF2-40B4-BE49-F238E27FC236}">
                <a16:creationId xmlns:a16="http://schemas.microsoft.com/office/drawing/2014/main" id="{E6FA6003-9458-C98D-B78D-2417F9D6335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1815854909"/>
      </p:ext>
    </p:extLst>
  </p:cSld>
  <p:clrMapOvr>
    <a:overrideClrMapping bg1="lt1" tx1="dk1" bg2="lt2" tx2="dk2" accent1="accent1" accent2="accent2" accent3="accent3" accent4="accent4" accent5="accent5" accent6="accent6" hlink="hlink" folHlink="folHlink"/>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ntro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87F2D0C-5D3E-5468-DA71-8206F239AB6E}"/>
              </a:ext>
            </a:extLst>
          </p:cNvPr>
          <p:cNvSpPr>
            <a:spLocks noGrp="1"/>
          </p:cNvSpPr>
          <p:nvPr>
            <p:ph type="body" sz="quarter" idx="11" hasCustomPrompt="1"/>
          </p:nvPr>
        </p:nvSpPr>
        <p:spPr>
          <a:xfrm>
            <a:off x="685799" y="3284122"/>
            <a:ext cx="6915151" cy="2326791"/>
          </a:xfrm>
        </p:spPr>
        <p:txBody>
          <a:bodyPr wrap="square" lIns="0" tIns="0" rIns="0" bIns="0">
            <a:spAutoFit/>
          </a:bodyPr>
          <a:lstStyle>
            <a:lvl1pPr marL="0" indent="0">
              <a:spcBef>
                <a:spcPts val="0"/>
              </a:spcBef>
              <a:buNone/>
              <a:defRPr sz="8400" b="0" spc="-30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Lorem ipsum dolor sit </a:t>
            </a:r>
            <a:r>
              <a:rPr lang="en-US" err="1"/>
              <a:t>amet</a:t>
            </a:r>
            <a:endParaRPr lang="en-US"/>
          </a:p>
        </p:txBody>
      </p:sp>
      <p:sp>
        <p:nvSpPr>
          <p:cNvPr id="3" name="Text Placeholder 4">
            <a:extLst>
              <a:ext uri="{FF2B5EF4-FFF2-40B4-BE49-F238E27FC236}">
                <a16:creationId xmlns:a16="http://schemas.microsoft.com/office/drawing/2014/main" id="{0C626B69-6E8C-F681-549B-582F41334DC5}"/>
              </a:ext>
            </a:extLst>
          </p:cNvPr>
          <p:cNvSpPr>
            <a:spLocks noGrp="1"/>
          </p:cNvSpPr>
          <p:nvPr>
            <p:ph type="body" sz="quarter" idx="15" hasCustomPrompt="1"/>
          </p:nvPr>
        </p:nvSpPr>
        <p:spPr>
          <a:xfrm>
            <a:off x="685799" y="976441"/>
            <a:ext cx="6915151" cy="443198"/>
          </a:xfrm>
        </p:spPr>
        <p:txBody>
          <a:bodyPr wrap="square" lIns="0" tIns="0" rIns="0" bIns="0">
            <a:spAutoFit/>
          </a:bodyPr>
          <a:lstStyle>
            <a:lvl1pPr marL="0" indent="0">
              <a:spcBef>
                <a:spcPts val="0"/>
              </a:spcBef>
              <a:buNone/>
              <a:defRPr sz="3200" b="0" spc="-15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Concept intro</a:t>
            </a:r>
          </a:p>
        </p:txBody>
      </p:sp>
      <p:sp>
        <p:nvSpPr>
          <p:cNvPr id="7" name="Text Placeholder 8">
            <a:extLst>
              <a:ext uri="{FF2B5EF4-FFF2-40B4-BE49-F238E27FC236}">
                <a16:creationId xmlns:a16="http://schemas.microsoft.com/office/drawing/2014/main" id="{1F8C929B-B141-8C38-85CB-F34E1FA07662}"/>
              </a:ext>
            </a:extLst>
          </p:cNvPr>
          <p:cNvSpPr>
            <a:spLocks noGrp="1"/>
          </p:cNvSpPr>
          <p:nvPr>
            <p:ph type="body" sz="quarter" idx="13" hasCustomPrompt="1"/>
          </p:nvPr>
        </p:nvSpPr>
        <p:spPr>
          <a:xfrm>
            <a:off x="685800" y="685800"/>
            <a:ext cx="5486400" cy="170816"/>
          </a:xfrm>
        </p:spPr>
        <p:txBody>
          <a:bodyPr wrap="square" lIns="0" tIns="0" rIns="0" bIns="0">
            <a:spAutoFit/>
          </a:bodyPr>
          <a:lstStyle>
            <a:lvl1pPr marL="0" indent="0">
              <a:buNone/>
              <a:defRPr sz="1200" b="0" cap="all" spc="200" baseline="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11" name="Slide Number">
            <a:extLst>
              <a:ext uri="{FF2B5EF4-FFF2-40B4-BE49-F238E27FC236}">
                <a16:creationId xmlns:a16="http://schemas.microsoft.com/office/drawing/2014/main" id="{0E8B96E0-B89A-B663-7309-BB9DB3675C6F}"/>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sp>
        <p:nvSpPr>
          <p:cNvPr id="6" name="Slide Number">
            <a:extLst>
              <a:ext uri="{FF2B5EF4-FFF2-40B4-BE49-F238E27FC236}">
                <a16:creationId xmlns:a16="http://schemas.microsoft.com/office/drawing/2014/main" id="{E96BB429-C266-4898-9EFA-CFF7F4D9220E}"/>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350">
              <a:solidFill>
                <a:schemeClr val="bg2"/>
              </a:solidFill>
              <a:latin typeface="+mn-lt"/>
            </a:endParaRPr>
          </a:p>
        </p:txBody>
      </p:sp>
      <p:sp>
        <p:nvSpPr>
          <p:cNvPr id="14" name="Text Placeholder 13">
            <a:extLst>
              <a:ext uri="{FF2B5EF4-FFF2-40B4-BE49-F238E27FC236}">
                <a16:creationId xmlns:a16="http://schemas.microsoft.com/office/drawing/2014/main" id="{AE8D9C7E-00F9-1BFF-865C-121C0C7A03BE}"/>
              </a:ext>
            </a:extLst>
          </p:cNvPr>
          <p:cNvSpPr>
            <a:spLocks noGrp="1"/>
          </p:cNvSpPr>
          <p:nvPr>
            <p:ph type="body" sz="quarter" idx="16" hasCustomPrompt="1"/>
          </p:nvPr>
        </p:nvSpPr>
        <p:spPr>
          <a:xfrm>
            <a:off x="9258300" y="3284122"/>
            <a:ext cx="6915150" cy="5237909"/>
          </a:xfrm>
        </p:spPr>
        <p:txBody>
          <a:bodyPr lIns="0" tIns="0" rIns="0" bIns="0">
            <a:spAutoFit/>
          </a:bodyPr>
          <a:lstStyle>
            <a:lvl1pPr marL="0" indent="0">
              <a:lnSpc>
                <a:spcPct val="110000"/>
              </a:lnSpc>
              <a:spcBef>
                <a:spcPts val="600"/>
              </a:spcBef>
              <a:buNone/>
              <a:defRPr sz="180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a:t>
            </a:r>
            <a:r>
              <a:rPr lang="en-US" err="1"/>
              <a:t>condimentum</a:t>
            </a:r>
            <a:r>
              <a:rPr lang="en-US"/>
              <a:t> in </a:t>
            </a:r>
            <a:r>
              <a:rPr lang="en-US" err="1"/>
              <a:t>arcu</a:t>
            </a:r>
            <a:r>
              <a:rPr lang="en-US"/>
              <a:t> </a:t>
            </a:r>
            <a:r>
              <a:rPr lang="en-US" err="1"/>
              <a:t>ut</a:t>
            </a:r>
            <a:r>
              <a:rPr lang="en-US"/>
              <a:t> </a:t>
            </a:r>
            <a:r>
              <a:rPr lang="en-US" err="1"/>
              <a:t>ultrices</a:t>
            </a:r>
            <a:r>
              <a:rPr lang="en-US"/>
              <a:t>. Morbi vel nisi </a:t>
            </a:r>
            <a:r>
              <a:rPr lang="en-US" err="1"/>
              <a:t>leo</a:t>
            </a:r>
            <a:r>
              <a:rPr lang="en-US"/>
              <a:t>. Duis </a:t>
            </a:r>
            <a:r>
              <a:rPr lang="en-US" err="1"/>
              <a:t>ut</a:t>
            </a:r>
            <a:r>
              <a:rPr lang="en-US"/>
              <a:t> </a:t>
            </a:r>
            <a:r>
              <a:rPr lang="en-US" err="1"/>
              <a:t>volutpat</a:t>
            </a:r>
            <a:r>
              <a:rPr lang="en-US"/>
              <a:t> dui. Integer </a:t>
            </a:r>
            <a:r>
              <a:rPr lang="en-US" err="1"/>
              <a:t>tincidunt</a:t>
            </a:r>
            <a:r>
              <a:rPr lang="en-US"/>
              <a:t> </a:t>
            </a:r>
            <a:r>
              <a:rPr lang="en-US" err="1"/>
              <a:t>congue</a:t>
            </a:r>
            <a:r>
              <a:rPr lang="en-US"/>
              <a:t> </a:t>
            </a:r>
            <a:r>
              <a:rPr lang="en-US" err="1"/>
              <a:t>leo</a:t>
            </a:r>
            <a:r>
              <a:rPr lang="en-US"/>
              <a:t> ac </a:t>
            </a:r>
            <a:r>
              <a:rPr lang="en-US" err="1"/>
              <a:t>bibendum</a:t>
            </a:r>
            <a:r>
              <a:rPr lang="en-US"/>
              <a:t>. Vestibulum </a:t>
            </a:r>
            <a:r>
              <a:rPr lang="en-US" err="1"/>
              <a:t>eu</a:t>
            </a:r>
            <a:r>
              <a:rPr lang="en-US"/>
              <a:t> </a:t>
            </a:r>
            <a:r>
              <a:rPr lang="en-US" err="1"/>
              <a:t>tincidunt</a:t>
            </a:r>
            <a:r>
              <a:rPr lang="en-US"/>
              <a:t> libero. </a:t>
            </a:r>
            <a:r>
              <a:rPr lang="en-US" err="1"/>
              <a:t>Etiam</a:t>
            </a:r>
            <a:r>
              <a:rPr lang="en-US"/>
              <a:t> </a:t>
            </a:r>
            <a:r>
              <a:rPr lang="en-US" err="1"/>
              <a:t>posuere</a:t>
            </a:r>
            <a:r>
              <a:rPr lang="en-US"/>
              <a:t> </a:t>
            </a:r>
            <a:r>
              <a:rPr lang="en-US" err="1"/>
              <a:t>enim</a:t>
            </a:r>
            <a:r>
              <a:rPr lang="en-US"/>
              <a:t> sit </a:t>
            </a:r>
            <a:r>
              <a:rPr lang="en-US" err="1"/>
              <a:t>amet</a:t>
            </a:r>
            <a:r>
              <a:rPr lang="en-US"/>
              <a:t> </a:t>
            </a:r>
            <a:r>
              <a:rPr lang="en-US" err="1"/>
              <a:t>pretium</a:t>
            </a:r>
            <a:r>
              <a:rPr lang="en-US"/>
              <a:t> </a:t>
            </a:r>
            <a:r>
              <a:rPr lang="en-US" err="1"/>
              <a:t>varius</a:t>
            </a:r>
            <a:r>
              <a:rPr lang="en-US"/>
              <a:t>. </a:t>
            </a:r>
            <a:r>
              <a:rPr lang="en-US" err="1"/>
              <a:t>Phasellus</a:t>
            </a:r>
            <a:r>
              <a:rPr lang="en-US"/>
              <a:t> vel </a:t>
            </a:r>
            <a:r>
              <a:rPr lang="en-US" err="1"/>
              <a:t>massa</a:t>
            </a:r>
            <a:r>
              <a:rPr lang="en-US"/>
              <a:t> </a:t>
            </a:r>
            <a:r>
              <a:rPr lang="en-US" err="1"/>
              <a:t>massa</a:t>
            </a:r>
            <a:r>
              <a:rPr lang="en-US"/>
              <a:t>. </a:t>
            </a:r>
            <a:r>
              <a:rPr lang="en-US" err="1"/>
              <a:t>Pellentesque</a:t>
            </a:r>
            <a:r>
              <a:rPr lang="en-US"/>
              <a:t> sed </a:t>
            </a:r>
            <a:r>
              <a:rPr lang="en-US" err="1"/>
              <a:t>turpis</a:t>
            </a:r>
            <a:r>
              <a:rPr lang="en-US"/>
              <a:t> </a:t>
            </a:r>
            <a:r>
              <a:rPr lang="en-US" err="1"/>
              <a:t>eu</a:t>
            </a:r>
            <a:r>
              <a:rPr lang="en-US"/>
              <a:t> </a:t>
            </a:r>
            <a:r>
              <a:rPr lang="en-US" err="1"/>
              <a:t>tellus</a:t>
            </a:r>
            <a:r>
              <a:rPr lang="en-US"/>
              <a:t> </a:t>
            </a:r>
            <a:r>
              <a:rPr lang="en-US" err="1"/>
              <a:t>consequat</a:t>
            </a:r>
            <a:r>
              <a:rPr lang="en-US"/>
              <a:t> </a:t>
            </a:r>
            <a:r>
              <a:rPr lang="en-US" err="1"/>
              <a:t>rutrum</a:t>
            </a:r>
            <a:r>
              <a:rPr lang="en-US"/>
              <a:t>. Nunc </a:t>
            </a:r>
            <a:r>
              <a:rPr lang="en-US" err="1"/>
              <a:t>tincidunt</a:t>
            </a:r>
            <a:r>
              <a:rPr lang="en-US"/>
              <a:t> </a:t>
            </a:r>
            <a:r>
              <a:rPr lang="en-US" err="1"/>
              <a:t>nisl</a:t>
            </a:r>
            <a:r>
              <a:rPr lang="en-US"/>
              <a:t> non </a:t>
            </a:r>
            <a:r>
              <a:rPr lang="en-US" err="1"/>
              <a:t>est</a:t>
            </a:r>
            <a:r>
              <a:rPr lang="en-US"/>
              <a:t> </a:t>
            </a:r>
            <a:r>
              <a:rPr lang="en-US" err="1"/>
              <a:t>varius</a:t>
            </a:r>
            <a:r>
              <a:rPr lang="en-US"/>
              <a:t> </a:t>
            </a:r>
            <a:r>
              <a:rPr lang="en-US" err="1"/>
              <a:t>egestas</a:t>
            </a:r>
            <a:r>
              <a:rPr lang="en-US"/>
              <a:t>. </a:t>
            </a:r>
            <a:r>
              <a:rPr lang="en-US" err="1"/>
              <a:t>Suspendisse</a:t>
            </a:r>
            <a:r>
              <a:rPr lang="en-US"/>
              <a:t> </a:t>
            </a:r>
            <a:r>
              <a:rPr lang="en-US" err="1"/>
              <a:t>efficitur</a:t>
            </a:r>
            <a:r>
              <a:rPr lang="en-US"/>
              <a:t> </a:t>
            </a:r>
            <a:r>
              <a:rPr lang="en-US" err="1"/>
              <a:t>commodo</a:t>
            </a:r>
            <a:r>
              <a:rPr lang="en-US"/>
              <a:t> </a:t>
            </a:r>
            <a:r>
              <a:rPr lang="en-US" err="1"/>
              <a:t>turpis</a:t>
            </a:r>
            <a:r>
              <a:rPr lang="en-US"/>
              <a:t> </a:t>
            </a:r>
            <a:r>
              <a:rPr lang="en-US" err="1"/>
              <a:t>eget</a:t>
            </a:r>
            <a:r>
              <a:rPr lang="en-US"/>
              <a:t> fermentum. </a:t>
            </a:r>
            <a:r>
              <a:rPr lang="en-US" err="1"/>
              <a:t>Praesent</a:t>
            </a:r>
            <a:r>
              <a:rPr lang="en-US"/>
              <a:t> vel </a:t>
            </a:r>
            <a:r>
              <a:rPr lang="en-US" err="1"/>
              <a:t>ornare</a:t>
            </a:r>
            <a:r>
              <a:rPr lang="en-US"/>
              <a:t> libero.</a:t>
            </a:r>
          </a:p>
          <a:p>
            <a:pPr lvl="0"/>
            <a:r>
              <a:rPr lang="en-US" err="1"/>
              <a:t>Etiam</a:t>
            </a:r>
            <a:r>
              <a:rPr lang="en-US"/>
              <a:t> </a:t>
            </a:r>
            <a:r>
              <a:rPr lang="en-US" err="1"/>
              <a:t>pellentesque</a:t>
            </a:r>
            <a:r>
              <a:rPr lang="en-US"/>
              <a:t> non magna </a:t>
            </a:r>
            <a:r>
              <a:rPr lang="en-US" err="1"/>
              <a:t>ut</a:t>
            </a:r>
            <a:r>
              <a:rPr lang="en-US"/>
              <a:t> semper. Vestibulum </a:t>
            </a:r>
            <a:r>
              <a:rPr lang="en-US" err="1"/>
              <a:t>vehicula</a:t>
            </a:r>
            <a:r>
              <a:rPr lang="en-US"/>
              <a:t> tempus </a:t>
            </a:r>
            <a:r>
              <a:rPr lang="en-US" err="1"/>
              <a:t>sapien</a:t>
            </a:r>
            <a:r>
              <a:rPr lang="en-US"/>
              <a:t>, sit </a:t>
            </a:r>
            <a:r>
              <a:rPr lang="en-US" err="1"/>
              <a:t>amet</a:t>
            </a:r>
            <a:r>
              <a:rPr lang="en-US"/>
              <a:t> </a:t>
            </a:r>
            <a:r>
              <a:rPr lang="en-US" err="1"/>
              <a:t>vehicula</a:t>
            </a:r>
            <a:r>
              <a:rPr lang="en-US"/>
              <a:t> </a:t>
            </a:r>
            <a:r>
              <a:rPr lang="en-US" err="1"/>
              <a:t>felis</a:t>
            </a:r>
            <a:r>
              <a:rPr lang="en-US"/>
              <a:t> </a:t>
            </a:r>
            <a:r>
              <a:rPr lang="en-US" err="1"/>
              <a:t>ornare</a:t>
            </a:r>
            <a:r>
              <a:rPr lang="en-US"/>
              <a:t> pulvinar. </a:t>
            </a:r>
            <a:r>
              <a:rPr lang="en-US" err="1"/>
              <a:t>Phasellus</a:t>
            </a:r>
            <a:r>
              <a:rPr lang="en-US"/>
              <a:t> </a:t>
            </a:r>
            <a:r>
              <a:rPr lang="en-US" err="1"/>
              <a:t>urna</a:t>
            </a:r>
            <a:r>
              <a:rPr lang="en-US"/>
              <a:t> </a:t>
            </a:r>
            <a:r>
              <a:rPr lang="en-US" err="1"/>
              <a:t>quam</a:t>
            </a:r>
            <a:r>
              <a:rPr lang="en-US"/>
              <a:t>, </a:t>
            </a:r>
            <a:r>
              <a:rPr lang="en-US" err="1"/>
              <a:t>facilisis</a:t>
            </a:r>
            <a:r>
              <a:rPr lang="en-US"/>
              <a:t> </a:t>
            </a:r>
            <a:r>
              <a:rPr lang="en-US" err="1"/>
              <a:t>eget</a:t>
            </a:r>
            <a:r>
              <a:rPr lang="en-US"/>
              <a:t> </a:t>
            </a:r>
            <a:r>
              <a:rPr lang="en-US" err="1"/>
              <a:t>blandit</a:t>
            </a:r>
            <a:r>
              <a:rPr lang="en-US"/>
              <a:t> vitae, </a:t>
            </a:r>
            <a:r>
              <a:rPr lang="en-US" err="1"/>
              <a:t>mattis</a:t>
            </a:r>
            <a:r>
              <a:rPr lang="en-US"/>
              <a:t> id </a:t>
            </a:r>
            <a:r>
              <a:rPr lang="en-US" err="1"/>
              <a:t>lacus</a:t>
            </a:r>
            <a:r>
              <a:rPr lang="en-US"/>
              <a:t>. </a:t>
            </a:r>
            <a:r>
              <a:rPr lang="en-US" err="1"/>
              <a:t>Fusce</a:t>
            </a:r>
            <a:r>
              <a:rPr lang="en-US"/>
              <a:t> sed </a:t>
            </a:r>
            <a:r>
              <a:rPr lang="en-US" err="1"/>
              <a:t>lobortis</a:t>
            </a:r>
            <a:r>
              <a:rPr lang="en-US"/>
              <a:t> est. Ut convallis, ipsum et lacinia </a:t>
            </a:r>
            <a:r>
              <a:rPr lang="en-US" err="1"/>
              <a:t>congue</a:t>
            </a:r>
            <a:r>
              <a:rPr lang="en-US"/>
              <a:t>, </a:t>
            </a:r>
            <a:r>
              <a:rPr lang="en-US" err="1"/>
              <a:t>leo</a:t>
            </a:r>
            <a:r>
              <a:rPr lang="en-US"/>
              <a:t> </a:t>
            </a:r>
            <a:r>
              <a:rPr lang="en-US" err="1"/>
              <a:t>nisl</a:t>
            </a:r>
            <a:r>
              <a:rPr lang="en-US"/>
              <a:t> tempus </a:t>
            </a:r>
            <a:r>
              <a:rPr lang="en-US" err="1"/>
              <a:t>nibh</a:t>
            </a:r>
            <a:r>
              <a:rPr lang="en-US"/>
              <a:t>, non </a:t>
            </a:r>
            <a:r>
              <a:rPr lang="en-US" err="1"/>
              <a:t>consectetur</a:t>
            </a:r>
            <a:r>
              <a:rPr lang="en-US"/>
              <a:t> </a:t>
            </a:r>
            <a:r>
              <a:rPr lang="en-US" err="1"/>
              <a:t>tortor</a:t>
            </a:r>
            <a:r>
              <a:rPr lang="en-US"/>
              <a:t> </a:t>
            </a:r>
            <a:r>
              <a:rPr lang="en-US" err="1"/>
              <a:t>massa</a:t>
            </a:r>
            <a:r>
              <a:rPr lang="en-US"/>
              <a:t> sed </a:t>
            </a:r>
            <a:r>
              <a:rPr lang="en-US" err="1"/>
              <a:t>tortor</a:t>
            </a:r>
            <a:r>
              <a:rPr lang="en-US"/>
              <a:t>. </a:t>
            </a:r>
            <a:r>
              <a:rPr lang="en-US" err="1"/>
              <a:t>Nullam</a:t>
            </a:r>
            <a:r>
              <a:rPr lang="en-US"/>
              <a:t> </a:t>
            </a:r>
            <a:r>
              <a:rPr lang="en-US" err="1"/>
              <a:t>condimentum</a:t>
            </a:r>
            <a:r>
              <a:rPr lang="en-US"/>
              <a:t> vitae </a:t>
            </a:r>
            <a:r>
              <a:rPr lang="en-US" err="1"/>
              <a:t>justo</a:t>
            </a:r>
            <a:r>
              <a:rPr lang="en-US"/>
              <a:t> </a:t>
            </a:r>
            <a:r>
              <a:rPr lang="en-US" err="1"/>
              <a:t>eget</a:t>
            </a:r>
            <a:r>
              <a:rPr lang="en-US"/>
              <a:t> </a:t>
            </a:r>
            <a:r>
              <a:rPr lang="en-US" err="1"/>
              <a:t>aliquam</a:t>
            </a:r>
            <a:r>
              <a:rPr lang="en-US"/>
              <a:t>. Donec a </a:t>
            </a:r>
            <a:r>
              <a:rPr lang="en-US" err="1"/>
              <a:t>elit</a:t>
            </a:r>
            <a:r>
              <a:rPr lang="en-US"/>
              <a:t> maximus </a:t>
            </a:r>
            <a:r>
              <a:rPr lang="en-US" err="1"/>
              <a:t>odio</a:t>
            </a:r>
            <a:r>
              <a:rPr lang="en-US"/>
              <a:t> </a:t>
            </a:r>
            <a:r>
              <a:rPr lang="en-US" err="1"/>
              <a:t>varius</a:t>
            </a:r>
            <a:r>
              <a:rPr lang="en-US"/>
              <a:t> </a:t>
            </a:r>
            <a:r>
              <a:rPr lang="en-US" err="1"/>
              <a:t>posuere</a:t>
            </a:r>
            <a:r>
              <a:rPr lang="en-US"/>
              <a:t> </a:t>
            </a:r>
            <a:r>
              <a:rPr lang="en-US" err="1"/>
              <a:t>quis</a:t>
            </a:r>
            <a:r>
              <a:rPr lang="en-US"/>
              <a:t> id </a:t>
            </a:r>
            <a:r>
              <a:rPr lang="en-US" err="1"/>
              <a:t>lacus</a:t>
            </a:r>
            <a:r>
              <a:rPr lang="en-US"/>
              <a:t>. </a:t>
            </a:r>
            <a:r>
              <a:rPr lang="en-US" err="1"/>
              <a:t>Fusce</a:t>
            </a:r>
            <a:r>
              <a:rPr lang="en-US"/>
              <a:t> at lorem </a:t>
            </a:r>
            <a:r>
              <a:rPr lang="en-US" err="1"/>
              <a:t>sollicitudin</a:t>
            </a:r>
            <a:r>
              <a:rPr lang="en-US"/>
              <a:t>, </a:t>
            </a:r>
            <a:r>
              <a:rPr lang="en-US" err="1"/>
              <a:t>bibendum</a:t>
            </a:r>
            <a:r>
              <a:rPr lang="en-US"/>
              <a:t> </a:t>
            </a:r>
            <a:r>
              <a:rPr lang="en-US" err="1"/>
              <a:t>erat</a:t>
            </a:r>
            <a:r>
              <a:rPr lang="en-US"/>
              <a:t> </a:t>
            </a:r>
            <a:r>
              <a:rPr lang="en-US" err="1"/>
              <a:t>eget</a:t>
            </a:r>
            <a:r>
              <a:rPr lang="en-US"/>
              <a:t>, </a:t>
            </a:r>
            <a:r>
              <a:rPr lang="en-US" err="1"/>
              <a:t>molestie</a:t>
            </a:r>
            <a:r>
              <a:rPr lang="en-US"/>
              <a:t> ligula. Vestibulum pharetra magna </a:t>
            </a:r>
            <a:r>
              <a:rPr lang="en-US" err="1"/>
              <a:t>orci</a:t>
            </a:r>
            <a:r>
              <a:rPr lang="en-US"/>
              <a:t>, </a:t>
            </a:r>
            <a:r>
              <a:rPr lang="en-US" err="1"/>
              <a:t>ut</a:t>
            </a:r>
            <a:r>
              <a:rPr lang="en-US"/>
              <a:t> lacinia </a:t>
            </a:r>
            <a:r>
              <a:rPr lang="en-US" err="1"/>
              <a:t>orci</a:t>
            </a:r>
            <a:r>
              <a:rPr lang="en-US"/>
              <a:t> </a:t>
            </a:r>
            <a:r>
              <a:rPr lang="en-US" err="1"/>
              <a:t>ultrices</a:t>
            </a:r>
            <a:r>
              <a:rPr lang="en-US"/>
              <a:t> id. Aenean ac </a:t>
            </a:r>
            <a:r>
              <a:rPr lang="en-US" err="1"/>
              <a:t>eleifend</a:t>
            </a:r>
            <a:r>
              <a:rPr lang="en-US"/>
              <a:t> </a:t>
            </a:r>
            <a:r>
              <a:rPr lang="en-US" err="1"/>
              <a:t>odio</a:t>
            </a:r>
            <a:r>
              <a:rPr lang="en-US"/>
              <a:t>. </a:t>
            </a:r>
          </a:p>
        </p:txBody>
      </p:sp>
      <p:pic>
        <p:nvPicPr>
          <p:cNvPr id="4" name="Graphic 3">
            <a:extLst>
              <a:ext uri="{FF2B5EF4-FFF2-40B4-BE49-F238E27FC236}">
                <a16:creationId xmlns:a16="http://schemas.microsoft.com/office/drawing/2014/main" id="{F1C02E1D-2EF4-0B98-2302-E79E6907D25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4095394598"/>
      </p:ext>
    </p:extLst>
  </p:cSld>
  <p:clrMapOvr>
    <a:overrideClrMapping bg1="lt1" tx1="dk1" bg2="lt2" tx2="dk2" accent1="accent1" accent2="accent2" accent3="accent3" accent4="accent4" accent5="accent5" accent6="accent6" hlink="hlink" folHlink="folHlink"/>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pact_Gradient">
    <p:bg>
      <p:bgPr>
        <a:blipFill>
          <a:blip r:embed="rId2" cstate="hqprint">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87F2D0C-5D3E-5468-DA71-8206F239AB6E}"/>
              </a:ext>
            </a:extLst>
          </p:cNvPr>
          <p:cNvSpPr>
            <a:spLocks noGrp="1"/>
          </p:cNvSpPr>
          <p:nvPr>
            <p:ph type="body" sz="quarter" idx="11" hasCustomPrompt="1"/>
          </p:nvPr>
        </p:nvSpPr>
        <p:spPr>
          <a:xfrm>
            <a:off x="4972049" y="3980104"/>
            <a:ext cx="8343901" cy="2326791"/>
          </a:xfrm>
        </p:spPr>
        <p:txBody>
          <a:bodyPr wrap="square" lIns="0" tIns="0" rIns="0" bIns="0" anchor="ctr">
            <a:spAutoFit/>
          </a:bodyPr>
          <a:lstStyle>
            <a:lvl1pPr marL="0" indent="0" algn="ctr">
              <a:spcBef>
                <a:spcPts val="0"/>
              </a:spcBef>
              <a:buNone/>
              <a:defRPr sz="8400" b="0" spc="-3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This is an </a:t>
            </a:r>
            <a:br>
              <a:rPr lang="en-US"/>
            </a:br>
            <a:r>
              <a:rPr lang="en-US"/>
              <a:t>impact slide</a:t>
            </a:r>
          </a:p>
        </p:txBody>
      </p:sp>
      <p:sp>
        <p:nvSpPr>
          <p:cNvPr id="2" name="Text Placeholder 8">
            <a:extLst>
              <a:ext uri="{FF2B5EF4-FFF2-40B4-BE49-F238E27FC236}">
                <a16:creationId xmlns:a16="http://schemas.microsoft.com/office/drawing/2014/main" id="{90AA35DC-2B3B-C06A-3DEB-C527B048A849}"/>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9" name="Slide Number">
            <a:extLst>
              <a:ext uri="{FF2B5EF4-FFF2-40B4-BE49-F238E27FC236}">
                <a16:creationId xmlns:a16="http://schemas.microsoft.com/office/drawing/2014/main" id="{D8CF29ED-A4D4-48A9-6C27-2EE2AC0835A6}"/>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sp>
        <p:nvSpPr>
          <p:cNvPr id="4" name="Slide Number">
            <a:extLst>
              <a:ext uri="{FF2B5EF4-FFF2-40B4-BE49-F238E27FC236}">
                <a16:creationId xmlns:a16="http://schemas.microsoft.com/office/drawing/2014/main" id="{918B0FF0-82EA-C239-829F-9573D7C5300B}"/>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1"/>
                </a:solidFill>
                <a:latin typeface="+mn-lt"/>
              </a:rPr>
              <a:pPr algn="r"/>
              <a:t>‹#›</a:t>
            </a:fld>
            <a:endParaRPr lang="en-US" sz="1350">
              <a:solidFill>
                <a:schemeClr val="bg1"/>
              </a:solidFill>
              <a:latin typeface="+mn-lt"/>
            </a:endParaRPr>
          </a:p>
        </p:txBody>
      </p:sp>
      <p:pic>
        <p:nvPicPr>
          <p:cNvPr id="6" name="Graphic 5">
            <a:extLst>
              <a:ext uri="{FF2B5EF4-FFF2-40B4-BE49-F238E27FC236}">
                <a16:creationId xmlns:a16="http://schemas.microsoft.com/office/drawing/2014/main" id="{21A006D3-A9ED-CEE7-574B-D5CC5D9E2EC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714932044"/>
      </p:ext>
    </p:extLst>
  </p:cSld>
  <p:clrMapOvr>
    <a:overrideClrMapping bg1="lt1" tx1="dk1" bg2="lt2" tx2="dk2" accent1="accent1" accent2="accent2" accent3="accent3" accent4="accent4" accent5="accent5" accent6="accent6" hlink="hlink" folHlink="folHlink"/>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pact Slide L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5" name="Title Text"/>
          <p:cNvSpPr txBox="1">
            <a:spLocks noGrp="1"/>
          </p:cNvSpPr>
          <p:nvPr>
            <p:ph type="title" hasCustomPrompt="1"/>
          </p:nvPr>
        </p:nvSpPr>
        <p:spPr>
          <a:xfrm>
            <a:off x="2114551" y="3980104"/>
            <a:ext cx="14058900" cy="2326791"/>
          </a:xfrm>
          <a:prstGeom prst="rect">
            <a:avLst/>
          </a:prstGeom>
        </p:spPr>
        <p:txBody>
          <a:bodyPr lIns="0" tIns="0" rIns="0" bIns="0" anchor="ctr">
            <a:spAutoFit/>
          </a:bodyPr>
          <a:lstStyle>
            <a:lvl1pPr algn="ctr">
              <a:lnSpc>
                <a:spcPct val="90000"/>
              </a:lnSpc>
              <a:defRPr sz="8400" b="0" spc="-300">
                <a:solidFill>
                  <a:schemeClr val="tx1"/>
                </a:solidFill>
                <a:latin typeface="+mj-lt"/>
                <a:ea typeface="Xfinity Brown"/>
                <a:cs typeface="Xfinity Brown"/>
                <a:sym typeface="Xfinity Brown"/>
              </a:defRPr>
            </a:lvl1pPr>
          </a:lstStyle>
          <a:p>
            <a:r>
              <a:rPr lang="en-US"/>
              <a:t>This is an</a:t>
            </a:r>
            <a:br>
              <a:rPr lang="en-US"/>
            </a:br>
            <a:r>
              <a:rPr lang="en-US"/>
              <a:t>impact slide</a:t>
            </a:r>
            <a:endParaRPr/>
          </a:p>
        </p:txBody>
      </p:sp>
      <p:sp>
        <p:nvSpPr>
          <p:cNvPr id="7" name="Slide Number">
            <a:extLst>
              <a:ext uri="{FF2B5EF4-FFF2-40B4-BE49-F238E27FC236}">
                <a16:creationId xmlns:a16="http://schemas.microsoft.com/office/drawing/2014/main" id="{4F00B8D5-62A9-0746-9358-894DF7E0206C}"/>
              </a:ext>
            </a:extLst>
          </p:cNvPr>
          <p:cNvSpPr txBox="1">
            <a:spLocks/>
          </p:cNvSpPr>
          <p:nvPr userDrawn="1"/>
        </p:nvSpPr>
        <p:spPr>
          <a:xfrm>
            <a:off x="16402050" y="9669626"/>
            <a:ext cx="1200150" cy="171810"/>
          </a:xfrm>
          <a:prstGeom prst="rect">
            <a:avLst/>
          </a:prstGeom>
        </p:spPr>
        <p:txBody>
          <a:bodyPr lIns="0" tIns="0" rIns="0" bIns="0" anchor="ct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2" name="Text Placeholder 8">
            <a:extLst>
              <a:ext uri="{FF2B5EF4-FFF2-40B4-BE49-F238E27FC236}">
                <a16:creationId xmlns:a16="http://schemas.microsoft.com/office/drawing/2014/main" id="{ACCEB2A5-2E4B-519A-356C-14FD36EE9A09}"/>
              </a:ext>
            </a:extLst>
          </p:cNvPr>
          <p:cNvSpPr>
            <a:spLocks noGrp="1"/>
          </p:cNvSpPr>
          <p:nvPr>
            <p:ph type="body" sz="quarter" idx="13" hasCustomPrompt="1"/>
          </p:nvPr>
        </p:nvSpPr>
        <p:spPr>
          <a:xfrm>
            <a:off x="685800" y="685800"/>
            <a:ext cx="5486400" cy="170816"/>
          </a:xfrm>
        </p:spPr>
        <p:txBody>
          <a:bodyPr wrap="square" lIns="0" tIns="0" rIns="0" bIns="0">
            <a:spAutoFit/>
          </a:bodyPr>
          <a:lstStyle>
            <a:lvl1pPr marL="0" indent="0">
              <a:buNone/>
              <a:defRPr sz="1200" b="0" cap="all" spc="200" baseline="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4" name="Slide Number">
            <a:extLst>
              <a:ext uri="{FF2B5EF4-FFF2-40B4-BE49-F238E27FC236}">
                <a16:creationId xmlns:a16="http://schemas.microsoft.com/office/drawing/2014/main" id="{A71F2B63-AAC9-F687-3C50-D7DF16A8CF09}"/>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3" name="Graphic 2">
            <a:extLst>
              <a:ext uri="{FF2B5EF4-FFF2-40B4-BE49-F238E27FC236}">
                <a16:creationId xmlns:a16="http://schemas.microsoft.com/office/drawing/2014/main" id="{692E378A-C604-70F1-6EDE-36100FAD3DD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42523196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pact w/ Image">
    <p:bg>
      <p:bgPr>
        <a:solidFill>
          <a:schemeClr val="tx1"/>
        </a:solidFill>
        <a:effectLst/>
      </p:bgPr>
    </p:bg>
    <p:spTree>
      <p:nvGrpSpPr>
        <p:cNvPr id="1" name=""/>
        <p:cNvGrpSpPr/>
        <p:nvPr/>
      </p:nvGrpSpPr>
      <p:grpSpPr>
        <a:xfrm>
          <a:off x="0" y="0"/>
          <a:ext cx="0" cy="0"/>
          <a:chOff x="0" y="0"/>
          <a:chExt cx="0" cy="0"/>
        </a:xfrm>
      </p:grpSpPr>
      <p:sp>
        <p:nvSpPr>
          <p:cNvPr id="2" name="Picture Placeholder 3">
            <a:extLst>
              <a:ext uri="{FF2B5EF4-FFF2-40B4-BE49-F238E27FC236}">
                <a16:creationId xmlns:a16="http://schemas.microsoft.com/office/drawing/2014/main" id="{8AAB1BFA-56F0-2FF8-A92E-98F2190E23D2}"/>
              </a:ext>
            </a:extLst>
          </p:cNvPr>
          <p:cNvSpPr>
            <a:spLocks noGrp="1"/>
          </p:cNvSpPr>
          <p:nvPr>
            <p:ph type="pic" sz="quarter" idx="15" hasCustomPrompt="1"/>
          </p:nvPr>
        </p:nvSpPr>
        <p:spPr>
          <a:xfrm>
            <a:off x="0" y="0"/>
            <a:ext cx="18288000" cy="10287000"/>
          </a:xfrm>
          <a:gradFill>
            <a:gsLst>
              <a:gs pos="100000">
                <a:schemeClr val="tx2"/>
              </a:gs>
              <a:gs pos="0">
                <a:schemeClr val="accent1"/>
              </a:gs>
            </a:gsLst>
            <a:lin ang="19200000" scaled="0"/>
          </a:gradFill>
        </p:spPr>
        <p:txBody>
          <a:bodyPr anchor="ctr">
            <a:normAutofit/>
          </a:bodyPr>
          <a:lstStyle>
            <a:lvl1pPr marL="0" indent="0" algn="ctr">
              <a:buNone/>
              <a:defRPr sz="1600" b="1">
                <a:solidFill>
                  <a:schemeClr val="bg1"/>
                </a:solidFill>
              </a:defRPr>
            </a:lvl1pPr>
          </a:lstStyle>
          <a:p>
            <a:r>
              <a:rPr lang="en-US"/>
              <a:t>Click here to add image</a:t>
            </a:r>
          </a:p>
        </p:txBody>
      </p:sp>
      <p:sp>
        <p:nvSpPr>
          <p:cNvPr id="5" name="Text Placeholder 4">
            <a:extLst>
              <a:ext uri="{FF2B5EF4-FFF2-40B4-BE49-F238E27FC236}">
                <a16:creationId xmlns:a16="http://schemas.microsoft.com/office/drawing/2014/main" id="{487F2D0C-5D3E-5468-DA71-8206F239AB6E}"/>
              </a:ext>
            </a:extLst>
          </p:cNvPr>
          <p:cNvSpPr>
            <a:spLocks noGrp="1"/>
          </p:cNvSpPr>
          <p:nvPr>
            <p:ph type="body" sz="quarter" idx="11" hasCustomPrompt="1"/>
          </p:nvPr>
        </p:nvSpPr>
        <p:spPr>
          <a:xfrm>
            <a:off x="4972049" y="3980104"/>
            <a:ext cx="8343901" cy="2326791"/>
          </a:xfrm>
        </p:spPr>
        <p:txBody>
          <a:bodyPr wrap="square" lIns="0" tIns="0" rIns="0" bIns="0" anchor="ctr">
            <a:spAutoFit/>
          </a:bodyPr>
          <a:lstStyle>
            <a:lvl1pPr marL="0" indent="0" algn="ctr">
              <a:spcBef>
                <a:spcPts val="0"/>
              </a:spcBef>
              <a:buNone/>
              <a:defRPr sz="8400" b="0" spc="-3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This is an </a:t>
            </a:r>
            <a:br>
              <a:rPr lang="en-US"/>
            </a:br>
            <a:r>
              <a:rPr lang="en-US"/>
              <a:t>impact slide</a:t>
            </a:r>
          </a:p>
        </p:txBody>
      </p:sp>
      <p:sp>
        <p:nvSpPr>
          <p:cNvPr id="7" name="Text Placeholder 8">
            <a:extLst>
              <a:ext uri="{FF2B5EF4-FFF2-40B4-BE49-F238E27FC236}">
                <a16:creationId xmlns:a16="http://schemas.microsoft.com/office/drawing/2014/main" id="{2E3BA907-1C52-E999-A24D-FB20FE94CD70}"/>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3" name="Slide Number">
            <a:extLst>
              <a:ext uri="{FF2B5EF4-FFF2-40B4-BE49-F238E27FC236}">
                <a16:creationId xmlns:a16="http://schemas.microsoft.com/office/drawing/2014/main" id="{A5CF4C14-6978-D091-54EE-8A5B7FF26FB2}"/>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1"/>
                </a:solidFill>
                <a:latin typeface="+mn-lt"/>
              </a:rPr>
              <a:pPr algn="r"/>
              <a:t>‹#›</a:t>
            </a:fld>
            <a:endParaRPr lang="en-US" sz="1200">
              <a:solidFill>
                <a:schemeClr val="bg1"/>
              </a:solidFill>
              <a:latin typeface="+mn-lt"/>
            </a:endParaRPr>
          </a:p>
        </p:txBody>
      </p:sp>
      <p:sp>
        <p:nvSpPr>
          <p:cNvPr id="6" name="Slide Number">
            <a:extLst>
              <a:ext uri="{FF2B5EF4-FFF2-40B4-BE49-F238E27FC236}">
                <a16:creationId xmlns:a16="http://schemas.microsoft.com/office/drawing/2014/main" id="{8297DB5E-4214-EB45-876E-550BE9BECB93}"/>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pic>
        <p:nvPicPr>
          <p:cNvPr id="4" name="Graphic 3">
            <a:extLst>
              <a:ext uri="{FF2B5EF4-FFF2-40B4-BE49-F238E27FC236}">
                <a16:creationId xmlns:a16="http://schemas.microsoft.com/office/drawing/2014/main" id="{2248428F-AB7A-C1DA-8117-383F22FCA1C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1445052598"/>
      </p:ext>
    </p:extLst>
  </p:cSld>
  <p:clrMapOvr>
    <a:overrideClrMapping bg1="lt1" tx1="dk1" bg2="lt2" tx2="dk2" accent1="accent1" accent2="accent2" accent3="accent3" accent4="accent4" accent5="accent5" accent6="accent6" hlink="hlink" folHlink="folHlink"/>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pact Gradient">
    <p:bg>
      <p:bgPr>
        <a:solidFill>
          <a:schemeClr val="tx2"/>
        </a:solidFill>
        <a:effectLst/>
      </p:bgPr>
    </p:bg>
    <p:spTree>
      <p:nvGrpSpPr>
        <p:cNvPr id="1" name=""/>
        <p:cNvGrpSpPr/>
        <p:nvPr/>
      </p:nvGrpSpPr>
      <p:grpSpPr>
        <a:xfrm>
          <a:off x="0" y="0"/>
          <a:ext cx="0" cy="0"/>
          <a:chOff x="0" y="0"/>
          <a:chExt cx="0" cy="0"/>
        </a:xfrm>
      </p:grpSpPr>
      <p:sp>
        <p:nvSpPr>
          <p:cNvPr id="135" name="Title Text"/>
          <p:cNvSpPr txBox="1">
            <a:spLocks noGrp="1"/>
          </p:cNvSpPr>
          <p:nvPr>
            <p:ph type="title" hasCustomPrompt="1"/>
          </p:nvPr>
        </p:nvSpPr>
        <p:spPr>
          <a:xfrm>
            <a:off x="2114551" y="4187854"/>
            <a:ext cx="14058900" cy="1911292"/>
          </a:xfrm>
          <a:prstGeom prst="rect">
            <a:avLst/>
          </a:prstGeom>
        </p:spPr>
        <p:txBody>
          <a:bodyPr lIns="0" tIns="0" rIns="0" bIns="0" anchor="ctr">
            <a:spAutoFit/>
          </a:bodyPr>
          <a:lstStyle>
            <a:lvl1pPr algn="ctr">
              <a:lnSpc>
                <a:spcPct val="90000"/>
              </a:lnSpc>
              <a:defRPr sz="13500" b="0" strike="noStrike" spc="-300">
                <a:gradFill>
                  <a:gsLst>
                    <a:gs pos="100000">
                      <a:schemeClr val="accent5"/>
                    </a:gs>
                    <a:gs pos="0">
                      <a:schemeClr val="accent2"/>
                    </a:gs>
                  </a:gsLst>
                  <a:lin ang="19200000" scaled="0"/>
                </a:gradFill>
                <a:latin typeface="+mj-lt"/>
                <a:ea typeface="Xfinity Brown"/>
                <a:cs typeface="Xfinity Brown"/>
                <a:sym typeface="Xfinity Brown"/>
              </a:defRPr>
            </a:lvl1pPr>
          </a:lstStyle>
          <a:p>
            <a:r>
              <a:rPr lang="en-US"/>
              <a:t>Short impact</a:t>
            </a:r>
            <a:endParaRPr/>
          </a:p>
        </p:txBody>
      </p:sp>
      <p:sp>
        <p:nvSpPr>
          <p:cNvPr id="6" name="Slide Number">
            <a:extLst>
              <a:ext uri="{FF2B5EF4-FFF2-40B4-BE49-F238E27FC236}">
                <a16:creationId xmlns:a16="http://schemas.microsoft.com/office/drawing/2014/main" id="{5E0BFB5C-D7E4-934D-A35D-34516BA646AC}"/>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1"/>
                </a:solidFill>
                <a:latin typeface="+mn-lt"/>
              </a:rPr>
              <a:pPr algn="r"/>
              <a:t>‹#›</a:t>
            </a:fld>
            <a:endParaRPr lang="en-US" sz="1350">
              <a:solidFill>
                <a:schemeClr val="bg1"/>
              </a:solidFill>
              <a:latin typeface="+mn-lt"/>
            </a:endParaRPr>
          </a:p>
        </p:txBody>
      </p:sp>
      <p:sp>
        <p:nvSpPr>
          <p:cNvPr id="2" name="Text Placeholder 8">
            <a:extLst>
              <a:ext uri="{FF2B5EF4-FFF2-40B4-BE49-F238E27FC236}">
                <a16:creationId xmlns:a16="http://schemas.microsoft.com/office/drawing/2014/main" id="{271FEDCE-DDB6-CDFA-3509-B43F8B1FA6D0}"/>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4" name="Slide Number">
            <a:extLst>
              <a:ext uri="{FF2B5EF4-FFF2-40B4-BE49-F238E27FC236}">
                <a16:creationId xmlns:a16="http://schemas.microsoft.com/office/drawing/2014/main" id="{02909C06-00CE-3DB8-2A09-53ACCFB6B706}"/>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pic>
        <p:nvPicPr>
          <p:cNvPr id="3" name="Graphic 2">
            <a:extLst>
              <a:ext uri="{FF2B5EF4-FFF2-40B4-BE49-F238E27FC236}">
                <a16:creationId xmlns:a16="http://schemas.microsoft.com/office/drawing/2014/main" id="{1AE85CE6-281B-B54B-B3A8-A34BD6834B3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1508232723"/>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ull Quot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87F2D0C-5D3E-5468-DA71-8206F239AB6E}"/>
              </a:ext>
            </a:extLst>
          </p:cNvPr>
          <p:cNvSpPr>
            <a:spLocks noGrp="1"/>
          </p:cNvSpPr>
          <p:nvPr>
            <p:ph type="body" sz="quarter" idx="11" hasCustomPrompt="1"/>
          </p:nvPr>
        </p:nvSpPr>
        <p:spPr>
          <a:xfrm>
            <a:off x="2114550" y="3938555"/>
            <a:ext cx="14058900" cy="2409890"/>
          </a:xfrm>
        </p:spPr>
        <p:txBody>
          <a:bodyPr wrap="square" lIns="0" tIns="0" rIns="0" bIns="0" anchor="ctr">
            <a:spAutoFit/>
          </a:bodyPr>
          <a:lstStyle>
            <a:lvl1pPr marL="0" indent="0" algn="ctr">
              <a:spcBef>
                <a:spcPts val="0"/>
              </a:spcBef>
              <a:buNone/>
              <a:defRPr sz="5800" b="0" spc="-15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This is a pull quote.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a:t>
            </a:r>
          </a:p>
        </p:txBody>
      </p:sp>
      <p:sp>
        <p:nvSpPr>
          <p:cNvPr id="2" name="Text Placeholder 8">
            <a:extLst>
              <a:ext uri="{FF2B5EF4-FFF2-40B4-BE49-F238E27FC236}">
                <a16:creationId xmlns:a16="http://schemas.microsoft.com/office/drawing/2014/main" id="{90AA35DC-2B3B-C06A-3DEB-C527B048A849}"/>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11" name="Text Placeholder 10">
            <a:extLst>
              <a:ext uri="{FF2B5EF4-FFF2-40B4-BE49-F238E27FC236}">
                <a16:creationId xmlns:a16="http://schemas.microsoft.com/office/drawing/2014/main" id="{57F65835-F819-CE98-D229-B37CD4C520F7}"/>
              </a:ext>
            </a:extLst>
          </p:cNvPr>
          <p:cNvSpPr>
            <a:spLocks noGrp="1"/>
          </p:cNvSpPr>
          <p:nvPr>
            <p:ph type="body" sz="quarter" idx="15" hasCustomPrompt="1"/>
          </p:nvPr>
        </p:nvSpPr>
        <p:spPr>
          <a:xfrm>
            <a:off x="6400800" y="6699250"/>
            <a:ext cx="5486400" cy="249300"/>
          </a:xfrm>
        </p:spPr>
        <p:txBody>
          <a:bodyPr wrap="square" lIns="0" tIns="0" rIns="0" bIns="0">
            <a:spAutoFit/>
          </a:bodyPr>
          <a:lstStyle>
            <a:lvl1pPr marL="0" indent="0" algn="ctr">
              <a:buNone/>
              <a:defRPr sz="1800">
                <a:solidFill>
                  <a:schemeClr val="bg1"/>
                </a:solidFill>
                <a:latin typeface="+mn-lt"/>
              </a:defRPr>
            </a:lvl1pPr>
          </a:lstStyle>
          <a:p>
            <a:pPr lvl="0"/>
            <a:r>
              <a:rPr lang="en-US"/>
              <a:t>—Lorem Ipsum Dolor</a:t>
            </a:r>
          </a:p>
        </p:txBody>
      </p:sp>
      <p:sp>
        <p:nvSpPr>
          <p:cNvPr id="3" name="Slide Number">
            <a:extLst>
              <a:ext uri="{FF2B5EF4-FFF2-40B4-BE49-F238E27FC236}">
                <a16:creationId xmlns:a16="http://schemas.microsoft.com/office/drawing/2014/main" id="{5757056F-7EC8-1F91-A9A6-7B7E1F2DDBF0}"/>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1"/>
                </a:solidFill>
                <a:latin typeface="+mn-lt"/>
              </a:rPr>
              <a:pPr algn="r"/>
              <a:t>‹#›</a:t>
            </a:fld>
            <a:endParaRPr lang="en-US" sz="1200">
              <a:solidFill>
                <a:schemeClr val="bg1"/>
              </a:solidFill>
              <a:latin typeface="+mn-lt"/>
            </a:endParaRPr>
          </a:p>
        </p:txBody>
      </p:sp>
      <p:sp>
        <p:nvSpPr>
          <p:cNvPr id="6" name="Slide Number">
            <a:extLst>
              <a:ext uri="{FF2B5EF4-FFF2-40B4-BE49-F238E27FC236}">
                <a16:creationId xmlns:a16="http://schemas.microsoft.com/office/drawing/2014/main" id="{9F42FB03-D4B9-E1A9-1822-CBDD364D0869}"/>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pic>
        <p:nvPicPr>
          <p:cNvPr id="4" name="Graphic 3">
            <a:extLst>
              <a:ext uri="{FF2B5EF4-FFF2-40B4-BE49-F238E27FC236}">
                <a16:creationId xmlns:a16="http://schemas.microsoft.com/office/drawing/2014/main" id="{D60D0F63-D705-9DFE-93A3-6BABF0386B4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11951117"/>
      </p:ext>
    </p:extLst>
  </p:cSld>
  <p:clrMapOvr>
    <a:overrideClrMapping bg1="lt1" tx1="dk1" bg2="lt2" tx2="dk2" accent1="accent1" accent2="accent2" accent3="accent3" accent4="accent4" accent5="accent5" accent6="accent6" hlink="hlink" folHlink="folHlink"/>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ull Image">
    <p:bg>
      <p:bgPr>
        <a:solidFill>
          <a:schemeClr val="tx1"/>
        </a:solidFill>
        <a:effectLst/>
      </p:bgPr>
    </p:bg>
    <p:spTree>
      <p:nvGrpSpPr>
        <p:cNvPr id="1" name=""/>
        <p:cNvGrpSpPr/>
        <p:nvPr/>
      </p:nvGrpSpPr>
      <p:grpSpPr>
        <a:xfrm>
          <a:off x="0" y="0"/>
          <a:ext cx="0" cy="0"/>
          <a:chOff x="0" y="0"/>
          <a:chExt cx="0" cy="0"/>
        </a:xfrm>
      </p:grpSpPr>
      <p:sp>
        <p:nvSpPr>
          <p:cNvPr id="2" name="Picture Placeholder 3">
            <a:extLst>
              <a:ext uri="{FF2B5EF4-FFF2-40B4-BE49-F238E27FC236}">
                <a16:creationId xmlns:a16="http://schemas.microsoft.com/office/drawing/2014/main" id="{7E1E937A-4C41-C9AA-F789-51D6A9E08A96}"/>
              </a:ext>
            </a:extLst>
          </p:cNvPr>
          <p:cNvSpPr>
            <a:spLocks noGrp="1"/>
          </p:cNvSpPr>
          <p:nvPr>
            <p:ph type="pic" sz="quarter" idx="15" hasCustomPrompt="1"/>
          </p:nvPr>
        </p:nvSpPr>
        <p:spPr>
          <a:xfrm>
            <a:off x="0" y="0"/>
            <a:ext cx="18288000" cy="10287000"/>
          </a:xfrm>
          <a:gradFill>
            <a:gsLst>
              <a:gs pos="100000">
                <a:schemeClr val="tx2"/>
              </a:gs>
              <a:gs pos="0">
                <a:schemeClr val="accent1"/>
              </a:gs>
            </a:gsLst>
            <a:lin ang="19200000" scaled="0"/>
          </a:gradFill>
        </p:spPr>
        <p:txBody>
          <a:bodyPr anchor="ctr">
            <a:normAutofit/>
          </a:bodyPr>
          <a:lstStyle>
            <a:lvl1pPr marL="0" indent="0" algn="ctr">
              <a:buNone/>
              <a:defRPr sz="1600">
                <a:solidFill>
                  <a:schemeClr val="bg1"/>
                </a:solidFill>
              </a:defRPr>
            </a:lvl1pPr>
          </a:lstStyle>
          <a:p>
            <a:r>
              <a:rPr lang="en-US"/>
              <a:t>Click here to add image</a:t>
            </a:r>
          </a:p>
        </p:txBody>
      </p:sp>
      <p:sp>
        <p:nvSpPr>
          <p:cNvPr id="5" name="Slide Number">
            <a:extLst>
              <a:ext uri="{FF2B5EF4-FFF2-40B4-BE49-F238E27FC236}">
                <a16:creationId xmlns:a16="http://schemas.microsoft.com/office/drawing/2014/main" id="{B3022A26-E149-6B6F-6963-BCCD9AA701C3}"/>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1"/>
                </a:solidFill>
                <a:latin typeface="+mn-lt"/>
              </a:rPr>
              <a:pPr algn="r"/>
              <a:t>‹#›</a:t>
            </a:fld>
            <a:endParaRPr lang="en-US" sz="1200">
              <a:solidFill>
                <a:schemeClr val="bg1"/>
              </a:solidFill>
              <a:latin typeface="+mn-lt"/>
            </a:endParaRPr>
          </a:p>
        </p:txBody>
      </p:sp>
      <p:sp>
        <p:nvSpPr>
          <p:cNvPr id="7" name="Slide Number">
            <a:extLst>
              <a:ext uri="{FF2B5EF4-FFF2-40B4-BE49-F238E27FC236}">
                <a16:creationId xmlns:a16="http://schemas.microsoft.com/office/drawing/2014/main" id="{46D4507C-C7C7-7D45-6113-A915E0A52172}"/>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pic>
        <p:nvPicPr>
          <p:cNvPr id="4" name="Graphic 3">
            <a:extLst>
              <a:ext uri="{FF2B5EF4-FFF2-40B4-BE49-F238E27FC236}">
                <a16:creationId xmlns:a16="http://schemas.microsoft.com/office/drawing/2014/main" id="{18E23E49-3F71-53C6-A132-03F992A676A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1767155539"/>
      </p:ext>
    </p:extLst>
  </p:cSld>
  <p:clrMapOvr>
    <a:overrideClrMapping bg1="lt1" tx1="dk1" bg2="lt2" tx2="dk2" accent1="accent1" accent2="accent2" accent3="accent3" accent4="accent4" accent5="accent5" accent6="accent6" hlink="hlink" folHlink="folHlink"/>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Blank Slide">
    <p:bg>
      <p:bgPr>
        <a:solidFill>
          <a:schemeClr val="bg1"/>
        </a:solidFill>
        <a:effectLst/>
      </p:bgPr>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4D8F88C4-B6BE-814A-A531-CC35DEE7A718}"/>
              </a:ext>
            </a:extLst>
          </p:cNvPr>
          <p:cNvSpPr>
            <a:spLocks noGrp="1"/>
          </p:cNvSpPr>
          <p:nvPr>
            <p:ph type="body" sz="quarter" idx="25" hasCustomPrompt="1"/>
          </p:nvPr>
        </p:nvSpPr>
        <p:spPr>
          <a:xfrm>
            <a:off x="686083" y="685800"/>
            <a:ext cx="5486117" cy="166199"/>
          </a:xfrm>
          <a:prstGeom prst="rect">
            <a:avLst/>
          </a:prstGeom>
        </p:spPr>
        <p:txBody>
          <a:bodyPr wrap="square" lIns="0" tIns="0" rIns="0" bIns="0" anchor="t">
            <a:spAutoFit/>
          </a:bodyPr>
          <a:lstStyle>
            <a:lvl1pPr marL="0" indent="0" algn="l">
              <a:buNone/>
              <a:defRPr lang="en-US" sz="1200" b="0" cap="all" spc="200" baseline="0" dirty="0">
                <a:solidFill>
                  <a:schemeClr val="tx1"/>
                </a:solidFill>
                <a:latin typeface="Xfinity Brown"/>
                <a:ea typeface="Xfinity Brown"/>
                <a:cs typeface="Xfinity Brown"/>
              </a:defRPr>
            </a:lvl1pPr>
          </a:lstStyle>
          <a:p>
            <a:pPr lvl="0" algn="l"/>
            <a:r>
              <a:rPr lang="en-US"/>
              <a:t>Description eyebrow</a:t>
            </a:r>
          </a:p>
        </p:txBody>
      </p:sp>
      <p:sp>
        <p:nvSpPr>
          <p:cNvPr id="8" name="Title 1">
            <a:extLst>
              <a:ext uri="{FF2B5EF4-FFF2-40B4-BE49-F238E27FC236}">
                <a16:creationId xmlns:a16="http://schemas.microsoft.com/office/drawing/2014/main" id="{F16EFA87-57AC-4F4E-A771-C346718EA2FD}"/>
              </a:ext>
            </a:extLst>
          </p:cNvPr>
          <p:cNvSpPr>
            <a:spLocks noGrp="1"/>
          </p:cNvSpPr>
          <p:nvPr>
            <p:ph type="title" hasCustomPrompt="1"/>
          </p:nvPr>
        </p:nvSpPr>
        <p:spPr>
          <a:xfrm>
            <a:off x="686083" y="987552"/>
            <a:ext cx="16234370" cy="886397"/>
          </a:xfrm>
          <a:prstGeom prst="rect">
            <a:avLst/>
          </a:prstGeom>
        </p:spPr>
        <p:txBody>
          <a:bodyPr lIns="0" tIns="0" rIns="0" bIns="0" anchor="t">
            <a:spAutoFit/>
          </a:bodyPr>
          <a:lstStyle>
            <a:lvl1pPr marL="0" marR="0" indent="0" algn="l" defTabSz="619125" rtl="0" latinLnBrk="0">
              <a:lnSpc>
                <a:spcPct val="90000"/>
              </a:lnSpc>
              <a:spcBef>
                <a:spcPts val="0"/>
              </a:spcBef>
              <a:spcAft>
                <a:spcPts val="0"/>
              </a:spcAft>
              <a:buClrTx/>
              <a:buSzTx/>
              <a:buFontTx/>
              <a:buNone/>
              <a:tabLst/>
              <a:defRPr lang="en-US" sz="3200" b="0" i="0" u="none" strike="noStrike" cap="none" spc="-150" baseline="0" dirty="0" smtClean="0">
                <a:solidFill>
                  <a:srgbClr val="000000"/>
                </a:solidFill>
                <a:uFillTx/>
                <a:latin typeface="+mj-lt"/>
                <a:ea typeface="Xfinity Brown"/>
                <a:cs typeface="Xfinity Brown"/>
                <a:sym typeface="Helvetica Neue"/>
              </a:defRPr>
            </a:lvl1pPr>
          </a:lstStyle>
          <a:p>
            <a:r>
              <a:rPr lang="en-US"/>
              <a:t>This is a slide title. Tracking set to ‘tight’.</a:t>
            </a:r>
            <a:br>
              <a:rPr lang="en-US"/>
            </a:br>
            <a:r>
              <a:rPr lang="en-US"/>
              <a:t>It shouldn’t exceed two lines.</a:t>
            </a:r>
          </a:p>
        </p:txBody>
      </p:sp>
      <p:sp>
        <p:nvSpPr>
          <p:cNvPr id="9" name="Slide Number">
            <a:extLst>
              <a:ext uri="{FF2B5EF4-FFF2-40B4-BE49-F238E27FC236}">
                <a16:creationId xmlns:a16="http://schemas.microsoft.com/office/drawing/2014/main" id="{0E803BF9-8BD9-D244-BB63-B2DF0831B477}"/>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13" name="Slide Number">
            <a:extLst>
              <a:ext uri="{FF2B5EF4-FFF2-40B4-BE49-F238E27FC236}">
                <a16:creationId xmlns:a16="http://schemas.microsoft.com/office/drawing/2014/main" id="{8B4A00DA-9E95-508B-5767-A5453409728B}"/>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2" name="Graphic 1">
            <a:extLst>
              <a:ext uri="{FF2B5EF4-FFF2-40B4-BE49-F238E27FC236}">
                <a16:creationId xmlns:a16="http://schemas.microsoft.com/office/drawing/2014/main" id="{ADF91998-6170-BFBD-E2C4-8CE1B94605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1517106411"/>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lide">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21AE09E-697C-FC45-9E96-2E45E76886AB}"/>
              </a:ext>
            </a:extLst>
          </p:cNvPr>
          <p:cNvSpPr>
            <a:spLocks noGrp="1"/>
          </p:cNvSpPr>
          <p:nvPr>
            <p:ph type="title" hasCustomPrompt="1"/>
          </p:nvPr>
        </p:nvSpPr>
        <p:spPr>
          <a:xfrm>
            <a:off x="685800" y="987552"/>
            <a:ext cx="16234370" cy="886397"/>
          </a:xfrm>
          <a:prstGeom prst="rect">
            <a:avLst/>
          </a:prstGeom>
        </p:spPr>
        <p:txBody>
          <a:bodyPr lIns="0" tIns="0" rIns="0" bIns="0" anchor="t">
            <a:spAutoFit/>
          </a:bodyPr>
          <a:lstStyle>
            <a:lvl1pPr marL="0" marR="0" indent="0" algn="l" defTabSz="619125" rtl="0" latinLnBrk="0">
              <a:lnSpc>
                <a:spcPct val="90000"/>
              </a:lnSpc>
              <a:spcBef>
                <a:spcPts val="0"/>
              </a:spcBef>
              <a:spcAft>
                <a:spcPts val="0"/>
              </a:spcAft>
              <a:buClrTx/>
              <a:buSzTx/>
              <a:buFontTx/>
              <a:buNone/>
              <a:tabLst/>
              <a:defRPr lang="en-US" sz="3200" b="0" i="0" u="none" strike="noStrike" cap="none" spc="-150" baseline="0" dirty="0" smtClean="0">
                <a:solidFill>
                  <a:srgbClr val="000000"/>
                </a:solidFill>
                <a:uFillTx/>
                <a:latin typeface="+mj-lt"/>
                <a:ea typeface="Xfinity Brown"/>
                <a:cs typeface="Xfinity Brown"/>
                <a:sym typeface="Helvetica Neue"/>
              </a:defRPr>
            </a:lvl1pPr>
          </a:lstStyle>
          <a:p>
            <a:pPr lvl="0"/>
            <a:r>
              <a:rPr lang="en-US"/>
              <a:t>This is a slide title. Tracking set to ‘tight’. </a:t>
            </a:r>
            <a:br>
              <a:rPr lang="en-US"/>
            </a:br>
            <a:r>
              <a:rPr lang="en-US"/>
              <a:t>It shouldn’t exceed two lines.</a:t>
            </a:r>
          </a:p>
        </p:txBody>
      </p:sp>
      <p:sp>
        <p:nvSpPr>
          <p:cNvPr id="10" name="Text Placeholder 2">
            <a:extLst>
              <a:ext uri="{FF2B5EF4-FFF2-40B4-BE49-F238E27FC236}">
                <a16:creationId xmlns:a16="http://schemas.microsoft.com/office/drawing/2014/main" id="{E4AEF971-9BCB-1E42-9E22-F8D1F1044C95}"/>
              </a:ext>
            </a:extLst>
          </p:cNvPr>
          <p:cNvSpPr>
            <a:spLocks noGrp="1"/>
          </p:cNvSpPr>
          <p:nvPr>
            <p:ph type="body" sz="quarter" idx="25" hasCustomPrompt="1"/>
          </p:nvPr>
        </p:nvSpPr>
        <p:spPr>
          <a:xfrm>
            <a:off x="685800" y="685800"/>
            <a:ext cx="5486400" cy="166199"/>
          </a:xfrm>
          <a:prstGeom prst="rect">
            <a:avLst/>
          </a:prstGeom>
        </p:spPr>
        <p:txBody>
          <a:bodyPr wrap="square" lIns="0" tIns="0" rIns="0" bIns="0" anchor="ctr">
            <a:spAutoFit/>
          </a:bodyPr>
          <a:lstStyle>
            <a:lvl1pPr marL="0" indent="0" algn="l">
              <a:buNone/>
              <a:defRPr lang="en-US" sz="1200" b="0" cap="all" spc="200" baseline="0" dirty="0">
                <a:solidFill>
                  <a:schemeClr val="tx1"/>
                </a:solidFill>
                <a:latin typeface="+mn-lt"/>
                <a:ea typeface="Xfinity Brown"/>
                <a:cs typeface="Xfinity Brown"/>
              </a:defRPr>
            </a:lvl1pPr>
          </a:lstStyle>
          <a:p>
            <a:pPr lvl="0" algn="l"/>
            <a:r>
              <a:rPr lang="en-US"/>
              <a:t>DESCRIPTION EYEBROW</a:t>
            </a:r>
          </a:p>
        </p:txBody>
      </p:sp>
      <p:sp>
        <p:nvSpPr>
          <p:cNvPr id="13" name="Slide Number">
            <a:extLst>
              <a:ext uri="{FF2B5EF4-FFF2-40B4-BE49-F238E27FC236}">
                <a16:creationId xmlns:a16="http://schemas.microsoft.com/office/drawing/2014/main" id="{D6485339-55D3-9142-889B-D6759CABE72D}"/>
              </a:ext>
            </a:extLst>
          </p:cNvPr>
          <p:cNvSpPr txBox="1">
            <a:spLocks/>
          </p:cNvSpPr>
          <p:nvPr userDrawn="1"/>
        </p:nvSpPr>
        <p:spPr>
          <a:xfrm>
            <a:off x="16402050" y="9663198"/>
            <a:ext cx="1200150" cy="184666"/>
          </a:xfrm>
          <a:prstGeom prst="rect">
            <a:avLst/>
          </a:prstGeom>
        </p:spPr>
        <p:txBody>
          <a:bodyPr wrap="square" lIns="0" tIns="0" rIns="0" bIns="0" anchor="t">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19" name="Text Placeholder 5">
            <a:extLst>
              <a:ext uri="{FF2B5EF4-FFF2-40B4-BE49-F238E27FC236}">
                <a16:creationId xmlns:a16="http://schemas.microsoft.com/office/drawing/2014/main" id="{6007E547-B2BF-B24E-94E2-1EC0ED8D3569}"/>
              </a:ext>
            </a:extLst>
          </p:cNvPr>
          <p:cNvSpPr>
            <a:spLocks noGrp="1"/>
          </p:cNvSpPr>
          <p:nvPr>
            <p:ph type="body" sz="quarter" idx="26" hasCustomPrompt="1"/>
          </p:nvPr>
        </p:nvSpPr>
        <p:spPr>
          <a:xfrm>
            <a:off x="685802" y="2450592"/>
            <a:ext cx="8343898" cy="2646878"/>
          </a:xfrm>
          <a:prstGeom prst="rect">
            <a:avLst/>
          </a:prstGeom>
        </p:spPr>
        <p:txBody>
          <a:bodyPr lIns="0" tIns="0" rIns="0" bIns="0">
            <a:spAutoFit/>
          </a:bodyPr>
          <a:lstStyle>
            <a:lvl1pPr marL="285750" indent="-285750" algn="l">
              <a:lnSpc>
                <a:spcPct val="100000"/>
              </a:lnSpc>
              <a:spcBef>
                <a:spcPts val="600"/>
              </a:spcBef>
              <a:buFont typeface="Arial" panose="020B0604020202020204" pitchFamily="34" charset="0"/>
              <a:buChar char="•"/>
              <a:defRPr sz="1800" b="0" i="0">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latin typeface="Xfinity Brown Light" panose="02010404010101010103" pitchFamily="2" charset="77"/>
                <a:cs typeface="Xfinity Brown Light" panose="02010404010101010103" pitchFamily="2" charset="77"/>
              </a:defRPr>
            </a:lvl4pPr>
            <a:lvl5pPr marL="1663065" indent="-428625" algn="l">
              <a:spcBef>
                <a:spcPts val="900"/>
              </a:spcBef>
              <a:buFont typeface="System Font Regular"/>
              <a:buChar char="–"/>
              <a:defRPr lang="en-US" sz="1800" b="0" i="0" u="none" strike="noStrike" cap="none" spc="0" baseline="0" dirty="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a:t>
            </a:r>
            <a:br>
              <a:rPr lang="en-US"/>
            </a:br>
            <a:r>
              <a:rPr lang="en-US"/>
              <a:t>It should 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br>
              <a:rPr lang="en-US"/>
            </a:b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r>
              <a:rPr lang="en-US" err="1"/>
              <a:t>congue</a:t>
            </a:r>
            <a:r>
              <a:rPr lang="en-US"/>
              <a:t>. </a:t>
            </a:r>
          </a:p>
          <a:p>
            <a:pPr lvl="0"/>
            <a:r>
              <a:rPr lang="en-US"/>
              <a:t>Bullet</a:t>
            </a:r>
          </a:p>
        </p:txBody>
      </p:sp>
      <p:sp>
        <p:nvSpPr>
          <p:cNvPr id="14" name="Slide Number">
            <a:extLst>
              <a:ext uri="{FF2B5EF4-FFF2-40B4-BE49-F238E27FC236}">
                <a16:creationId xmlns:a16="http://schemas.microsoft.com/office/drawing/2014/main" id="{4873915E-5350-0430-B811-6B06836B503F}"/>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2" name="Graphic 1">
            <a:extLst>
              <a:ext uri="{FF2B5EF4-FFF2-40B4-BE49-F238E27FC236}">
                <a16:creationId xmlns:a16="http://schemas.microsoft.com/office/drawing/2014/main" id="{A35813E9-B39D-C119-C52D-FAEF16C7C03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3805846995"/>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ssignment Overview 1">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98AFFFC-1D82-173B-A7F9-2CA8DE7DC3F9}"/>
              </a:ext>
            </a:extLst>
          </p:cNvPr>
          <p:cNvSpPr>
            <a:spLocks noGrp="1"/>
          </p:cNvSpPr>
          <p:nvPr>
            <p:ph type="body" sz="quarter" idx="26" hasCustomPrompt="1"/>
          </p:nvPr>
        </p:nvSpPr>
        <p:spPr>
          <a:xfrm>
            <a:off x="685800" y="3985356"/>
            <a:ext cx="5488912" cy="4363657"/>
          </a:xfrm>
          <a:prstGeom prst="rect">
            <a:avLst/>
          </a:prstGeom>
        </p:spPr>
        <p:txBody>
          <a:bodyPr lIns="0" tIns="0" rIns="0" bIns="0">
            <a:normAutofit/>
          </a:bodyPr>
          <a:lstStyle>
            <a:lvl1pPr algn="l">
              <a:lnSpc>
                <a:spcPct val="120000"/>
              </a:lnSpc>
              <a:spcBef>
                <a:spcPts val="600"/>
              </a:spcBef>
              <a:defRPr sz="1800" b="0" i="0">
                <a:latin typeface="Xfinity Brown Light" panose="02010404010101010103" pitchFamily="2" charset="77"/>
                <a:cs typeface="Xfinity Brown Light" panose="02010404010101010103" pitchFamily="2" charset="77"/>
              </a:defRPr>
            </a:lvl1pPr>
            <a:lvl2pPr marL="285750" indent="-285750" algn="l">
              <a:lnSpc>
                <a:spcPct val="150000"/>
              </a:lnSpc>
              <a:spcBef>
                <a:spcPts val="600"/>
              </a:spcBef>
              <a:buFont typeface="Arial" panose="020B0604020202020204" pitchFamily="34" charset="0"/>
              <a:buChar char="•"/>
              <a:defRPr sz="1800" b="0" i="0">
                <a:latin typeface="+mn-lt"/>
                <a:cs typeface="Xfinity Brown Light" panose="02010404010101010103" pitchFamily="2" charset="77"/>
              </a:defRPr>
            </a:lvl2pPr>
            <a:lvl3pPr marL="560070" indent="-285750" algn="l">
              <a:lnSpc>
                <a:spcPct val="120000"/>
              </a:lnSpc>
              <a:spcBef>
                <a:spcPts val="600"/>
              </a:spcBef>
              <a:buFont typeface="Xfinity Brown" panose="02010504010101010104" pitchFamily="50" charset="0"/>
              <a:buChar char="–"/>
              <a:defRPr sz="1800" b="0" i="0">
                <a:latin typeface="Xfinity Brown Light" panose="02010404010101010103" pitchFamily="2" charset="77"/>
                <a:cs typeface="Xfinity Brown Light" panose="02010404010101010103" pitchFamily="2" charset="77"/>
              </a:defRPr>
            </a:lvl3pPr>
            <a:lvl4pPr marL="834390" indent="-285750" algn="l">
              <a:lnSpc>
                <a:spcPct val="120000"/>
              </a:lnSpc>
              <a:spcBef>
                <a:spcPts val="600"/>
              </a:spcBef>
              <a:buFont typeface="Xfinity Brown" panose="02010504010101010104" pitchFamily="50" charset="0"/>
              <a:buChar char="o"/>
              <a:defRPr sz="1800" b="0" i="0">
                <a:latin typeface="Xfinity Brown Light" panose="02010404010101010103" pitchFamily="2" charset="77"/>
                <a:cs typeface="Xfinity Brown Light" panose="02010404010101010103" pitchFamily="2" charset="77"/>
              </a:defRPr>
            </a:lvl4pPr>
            <a:lvl5pPr marL="1108710" indent="-285750" algn="l">
              <a:lnSpc>
                <a:spcPct val="120000"/>
              </a:lnSpc>
              <a:spcBef>
                <a:spcPts val="600"/>
              </a:spcBef>
              <a:buFont typeface="Xfinity Brown" panose="02010504010101010104" pitchFamily="50" charset="0"/>
              <a:buChar char="–"/>
              <a:defRPr lang="en-US" sz="1800" b="0" i="0" u="none" strike="noStrike" cap="none" spc="0" baseline="0" dirty="0">
                <a:solidFill>
                  <a:srgbClr val="000000"/>
                </a:solidFill>
                <a:uFillTx/>
                <a:latin typeface="Xfinity Brown Light" panose="02010404010101010103" pitchFamily="2" charset="77"/>
                <a:ea typeface="Xfinity Brown" panose="02010504010101010104" pitchFamily="50" charset="0"/>
                <a:cs typeface="Xfinity Brown Light" panose="02010404010101010103" pitchFamily="2" charset="77"/>
                <a:sym typeface="Xfinity Brown" panose="02010504010101010104" pitchFamily="50" charset="0"/>
              </a:defRPr>
            </a:lvl5pPr>
          </a:lstStyle>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Lorem ipsum dolor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consectetur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adipiscing</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elit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do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eiusmod</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incididunt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labore et dolore magna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Eu mi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bibendum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neque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egestas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Odio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orci</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dapibus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p:txBody>
      </p:sp>
      <p:sp>
        <p:nvSpPr>
          <p:cNvPr id="8" name="TextBox 7">
            <a:extLst>
              <a:ext uri="{FF2B5EF4-FFF2-40B4-BE49-F238E27FC236}">
                <a16:creationId xmlns:a16="http://schemas.microsoft.com/office/drawing/2014/main" id="{C28386AD-2352-9F0C-D216-B16B9E867DA7}"/>
              </a:ext>
            </a:extLst>
          </p:cNvPr>
          <p:cNvSpPr txBox="1"/>
          <p:nvPr userDrawn="1"/>
        </p:nvSpPr>
        <p:spPr>
          <a:xfrm>
            <a:off x="683288" y="3403566"/>
            <a:ext cx="5488912" cy="430887"/>
          </a:xfrm>
          <a:prstGeom prst="rect">
            <a:avLst/>
          </a:prstGeom>
          <a:noFill/>
        </p:spPr>
        <p:txBody>
          <a:bodyPr wrap="square" lIns="0" tIns="0" rIns="0" bIns="0">
            <a:spAutoFit/>
          </a:bodyPr>
          <a:lstStyle/>
          <a:p>
            <a:pPr marL="0" marR="0" lvl="1" indent="0" algn="l" defTabSz="412750" rtl="0" eaLnBrk="1" fontAlgn="auto" latinLnBrk="0" hangingPunct="1">
              <a:lnSpc>
                <a:spcPct val="100000"/>
              </a:lnSpc>
              <a:spcBef>
                <a:spcPts val="0"/>
              </a:spcBef>
              <a:spcAft>
                <a:spcPts val="600"/>
              </a:spcAft>
              <a:buClrTx/>
              <a:buSzTx/>
              <a:buFont typeface="Xfinity Brown" panose="02010504010101010104" pitchFamily="50" charset="0"/>
              <a:buNone/>
              <a:tabLst/>
              <a:defRPr/>
            </a:pPr>
            <a:r>
              <a:rPr lang="en-US" sz="2800" b="0" kern="0">
                <a:solidFill>
                  <a:schemeClr val="tx1"/>
                </a:solidFill>
                <a:latin typeface="+mj-lt"/>
                <a:cs typeface="Xfinity Brown"/>
              </a:rPr>
              <a:t>The Opportunity</a:t>
            </a:r>
            <a:endParaRPr kumimoji="0" lang="en-US" sz="2800" b="0" i="0" u="none" strike="noStrike" kern="0" cap="none" spc="0" normalizeH="0" baseline="0" noProof="0">
              <a:ln>
                <a:noFill/>
              </a:ln>
              <a:solidFill>
                <a:schemeClr val="tx1"/>
              </a:solidFill>
              <a:effectLst/>
              <a:uLnTx/>
              <a:uFillTx/>
              <a:latin typeface="+mj-lt"/>
              <a:ea typeface="Xfinity Brown" panose="02010504010101010104" pitchFamily="50" charset="0"/>
              <a:cs typeface="Xfinity Brown"/>
              <a:sym typeface="Xfinity Brown" panose="02010504010101010104" pitchFamily="50" charset="0"/>
            </a:endParaRPr>
          </a:p>
        </p:txBody>
      </p:sp>
      <p:sp>
        <p:nvSpPr>
          <p:cNvPr id="10" name="Text Placeholder 5">
            <a:extLst>
              <a:ext uri="{FF2B5EF4-FFF2-40B4-BE49-F238E27FC236}">
                <a16:creationId xmlns:a16="http://schemas.microsoft.com/office/drawing/2014/main" id="{0C359905-D294-7512-60A7-AEB04560F606}"/>
              </a:ext>
            </a:extLst>
          </p:cNvPr>
          <p:cNvSpPr>
            <a:spLocks noGrp="1"/>
          </p:cNvSpPr>
          <p:nvPr>
            <p:ph type="body" sz="quarter" idx="27" hasCustomPrompt="1"/>
          </p:nvPr>
        </p:nvSpPr>
        <p:spPr>
          <a:xfrm>
            <a:off x="6412837" y="3985356"/>
            <a:ext cx="5488912" cy="4363657"/>
          </a:xfrm>
          <a:prstGeom prst="rect">
            <a:avLst/>
          </a:prstGeom>
        </p:spPr>
        <p:txBody>
          <a:bodyPr lIns="0" tIns="0" rIns="0" bIns="0">
            <a:normAutofit/>
          </a:bodyPr>
          <a:lstStyle>
            <a:lvl1pPr algn="l">
              <a:lnSpc>
                <a:spcPct val="120000"/>
              </a:lnSpc>
              <a:spcBef>
                <a:spcPts val="600"/>
              </a:spcBef>
              <a:defRPr sz="1800" b="0" i="0">
                <a:latin typeface="Xfinity Brown Light" panose="02010404010101010103" pitchFamily="2" charset="77"/>
                <a:cs typeface="Xfinity Brown Light" panose="02010404010101010103" pitchFamily="2" charset="77"/>
              </a:defRPr>
            </a:lvl1pPr>
            <a:lvl2pPr marL="0" indent="0" algn="l">
              <a:lnSpc>
                <a:spcPct val="150000"/>
              </a:lnSpc>
              <a:spcBef>
                <a:spcPts val="600"/>
              </a:spcBef>
              <a:buFont typeface="Arial" panose="020B0604020202020204" pitchFamily="34" charset="0"/>
              <a:buChar char="•"/>
              <a:defRPr sz="1800" b="0" i="0">
                <a:latin typeface="+mn-lt"/>
                <a:cs typeface="Xfinity Brown Light" panose="02010404010101010103" pitchFamily="2" charset="77"/>
              </a:defRPr>
            </a:lvl2pPr>
            <a:lvl3pPr marL="560070" indent="-285750" algn="l">
              <a:lnSpc>
                <a:spcPct val="120000"/>
              </a:lnSpc>
              <a:spcBef>
                <a:spcPts val="600"/>
              </a:spcBef>
              <a:buFont typeface="Xfinity Brown" panose="02010504010101010104" pitchFamily="50" charset="0"/>
              <a:buChar char="–"/>
              <a:defRPr sz="1800" b="0" i="0">
                <a:latin typeface="Xfinity Brown Light" panose="02010404010101010103" pitchFamily="2" charset="77"/>
                <a:cs typeface="Xfinity Brown Light" panose="02010404010101010103" pitchFamily="2" charset="77"/>
              </a:defRPr>
            </a:lvl3pPr>
            <a:lvl4pPr marL="834390" indent="-285750" algn="l">
              <a:lnSpc>
                <a:spcPct val="120000"/>
              </a:lnSpc>
              <a:spcBef>
                <a:spcPts val="600"/>
              </a:spcBef>
              <a:buFont typeface="Xfinity Brown" panose="02010504010101010104" pitchFamily="50" charset="0"/>
              <a:buChar char="o"/>
              <a:defRPr sz="1800" b="0" i="0">
                <a:latin typeface="Xfinity Brown Light" panose="02010404010101010103" pitchFamily="2" charset="77"/>
                <a:cs typeface="Xfinity Brown Light" panose="02010404010101010103" pitchFamily="2" charset="77"/>
              </a:defRPr>
            </a:lvl4pPr>
            <a:lvl5pPr marL="1108710" indent="-285750" algn="l">
              <a:lnSpc>
                <a:spcPct val="120000"/>
              </a:lnSpc>
              <a:spcBef>
                <a:spcPts val="600"/>
              </a:spcBef>
              <a:buFont typeface="Xfinity Brown" panose="02010504010101010104" pitchFamily="50" charset="0"/>
              <a:buChar char="–"/>
              <a:defRPr lang="en-US" sz="1800" b="0" i="0" u="none" strike="noStrike" cap="none" spc="0" baseline="0" dirty="0">
                <a:solidFill>
                  <a:srgbClr val="000000"/>
                </a:solidFill>
                <a:uFillTx/>
                <a:latin typeface="Xfinity Brown Light" panose="02010404010101010103" pitchFamily="2" charset="77"/>
                <a:ea typeface="Xfinity Brown" panose="02010504010101010104" pitchFamily="50" charset="0"/>
                <a:cs typeface="Xfinity Brown Light" panose="02010404010101010103" pitchFamily="2" charset="77"/>
                <a:sym typeface="Xfinity Brown" panose="02010504010101010104" pitchFamily="50" charset="0"/>
              </a:defRPr>
            </a:lvl5pPr>
          </a:lstStyle>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Lorem ipsum dolor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consectetur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adipiscing</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elit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do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eiusmod</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incididunt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labore et dolore magna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Eu mi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bibendum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neque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egestas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Odio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orci</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dapibus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p:txBody>
      </p:sp>
      <p:sp>
        <p:nvSpPr>
          <p:cNvPr id="11" name="TextBox 10">
            <a:extLst>
              <a:ext uri="{FF2B5EF4-FFF2-40B4-BE49-F238E27FC236}">
                <a16:creationId xmlns:a16="http://schemas.microsoft.com/office/drawing/2014/main" id="{F86E3068-21BB-83FA-569C-8107244FDA44}"/>
              </a:ext>
            </a:extLst>
          </p:cNvPr>
          <p:cNvSpPr txBox="1"/>
          <p:nvPr userDrawn="1"/>
        </p:nvSpPr>
        <p:spPr>
          <a:xfrm>
            <a:off x="6410325" y="3403566"/>
            <a:ext cx="5488912" cy="430887"/>
          </a:xfrm>
          <a:prstGeom prst="rect">
            <a:avLst/>
          </a:prstGeom>
          <a:noFill/>
        </p:spPr>
        <p:txBody>
          <a:bodyPr wrap="square" lIns="0" tIns="0" rIns="0" bIns="0">
            <a:spAutoFit/>
          </a:bodyPr>
          <a:lstStyle/>
          <a:p>
            <a:pPr marL="0" marR="0" lvl="1" indent="0" algn="l" defTabSz="412750" rtl="0" eaLnBrk="1" fontAlgn="auto" latinLnBrk="0" hangingPunct="1">
              <a:lnSpc>
                <a:spcPct val="100000"/>
              </a:lnSpc>
              <a:spcBef>
                <a:spcPts val="0"/>
              </a:spcBef>
              <a:spcAft>
                <a:spcPts val="600"/>
              </a:spcAft>
              <a:buClrTx/>
              <a:buSzTx/>
              <a:buFont typeface="Xfinity Brown" panose="02010504010101010104" pitchFamily="50" charset="0"/>
              <a:buNone/>
              <a:tabLst/>
              <a:defRPr/>
            </a:pPr>
            <a:r>
              <a:rPr lang="en-US" sz="2800" b="0" kern="0">
                <a:solidFill>
                  <a:schemeClr val="tx1"/>
                </a:solidFill>
                <a:latin typeface="+mj-lt"/>
                <a:cs typeface="Xfinity Brown"/>
              </a:rPr>
              <a:t>The Challenge</a:t>
            </a:r>
            <a:endParaRPr kumimoji="0" lang="en-US" sz="2800" b="0" i="0" u="none" strike="noStrike" kern="0" cap="none" spc="0" normalizeH="0" baseline="0" noProof="0">
              <a:ln>
                <a:noFill/>
              </a:ln>
              <a:solidFill>
                <a:schemeClr val="tx1"/>
              </a:solidFill>
              <a:effectLst/>
              <a:uLnTx/>
              <a:uFillTx/>
              <a:latin typeface="+mj-lt"/>
              <a:ea typeface="Xfinity Brown" panose="02010504010101010104" pitchFamily="50" charset="0"/>
              <a:cs typeface="Xfinity Brown"/>
              <a:sym typeface="Xfinity Brown" panose="02010504010101010104" pitchFamily="50" charset="0"/>
            </a:endParaRPr>
          </a:p>
        </p:txBody>
      </p:sp>
      <p:sp>
        <p:nvSpPr>
          <p:cNvPr id="12" name="Text Placeholder 5">
            <a:extLst>
              <a:ext uri="{FF2B5EF4-FFF2-40B4-BE49-F238E27FC236}">
                <a16:creationId xmlns:a16="http://schemas.microsoft.com/office/drawing/2014/main" id="{353CBC47-80F9-6075-A05C-F2A4A310A6AE}"/>
              </a:ext>
            </a:extLst>
          </p:cNvPr>
          <p:cNvSpPr>
            <a:spLocks noGrp="1"/>
          </p:cNvSpPr>
          <p:nvPr>
            <p:ph type="body" sz="quarter" idx="28" hasCustomPrompt="1"/>
          </p:nvPr>
        </p:nvSpPr>
        <p:spPr>
          <a:xfrm>
            <a:off x="12118312" y="3985356"/>
            <a:ext cx="5488912" cy="4363657"/>
          </a:xfrm>
          <a:prstGeom prst="rect">
            <a:avLst/>
          </a:prstGeom>
        </p:spPr>
        <p:txBody>
          <a:bodyPr lIns="0" tIns="0" rIns="0" bIns="0">
            <a:normAutofit/>
          </a:bodyPr>
          <a:lstStyle>
            <a:lvl1pPr algn="l">
              <a:lnSpc>
                <a:spcPct val="120000"/>
              </a:lnSpc>
              <a:spcBef>
                <a:spcPts val="600"/>
              </a:spcBef>
              <a:defRPr sz="1800" b="0" i="0">
                <a:latin typeface="Xfinity Brown Light" panose="02010404010101010103" pitchFamily="2" charset="77"/>
                <a:cs typeface="Xfinity Brown Light" panose="02010404010101010103" pitchFamily="2" charset="77"/>
              </a:defRPr>
            </a:lvl1pPr>
            <a:lvl2pPr marL="0" indent="0" algn="l">
              <a:lnSpc>
                <a:spcPct val="150000"/>
              </a:lnSpc>
              <a:spcBef>
                <a:spcPts val="600"/>
              </a:spcBef>
              <a:buFont typeface="Arial" panose="020B0604020202020204" pitchFamily="34" charset="0"/>
              <a:buChar char="•"/>
              <a:defRPr sz="1800" b="0" i="0">
                <a:latin typeface="+mn-lt"/>
                <a:cs typeface="Xfinity Brown Light" panose="02010404010101010103" pitchFamily="2" charset="77"/>
              </a:defRPr>
            </a:lvl2pPr>
            <a:lvl3pPr marL="560070" indent="-285750" algn="l">
              <a:lnSpc>
                <a:spcPct val="120000"/>
              </a:lnSpc>
              <a:spcBef>
                <a:spcPts val="600"/>
              </a:spcBef>
              <a:buFont typeface="Xfinity Brown" panose="02010504010101010104" pitchFamily="50" charset="0"/>
              <a:buChar char="–"/>
              <a:defRPr sz="1800" b="0" i="0">
                <a:latin typeface="Xfinity Brown Light" panose="02010404010101010103" pitchFamily="2" charset="77"/>
                <a:cs typeface="Xfinity Brown Light" panose="02010404010101010103" pitchFamily="2" charset="77"/>
              </a:defRPr>
            </a:lvl3pPr>
            <a:lvl4pPr marL="834390" indent="-285750" algn="l">
              <a:lnSpc>
                <a:spcPct val="120000"/>
              </a:lnSpc>
              <a:spcBef>
                <a:spcPts val="600"/>
              </a:spcBef>
              <a:buFont typeface="Xfinity Brown" panose="02010504010101010104" pitchFamily="50" charset="0"/>
              <a:buChar char="o"/>
              <a:defRPr sz="1800" b="0" i="0">
                <a:latin typeface="Xfinity Brown Light" panose="02010404010101010103" pitchFamily="2" charset="77"/>
                <a:cs typeface="Xfinity Brown Light" panose="02010404010101010103" pitchFamily="2" charset="77"/>
              </a:defRPr>
            </a:lvl4pPr>
            <a:lvl5pPr marL="1108710" indent="-285750" algn="l">
              <a:lnSpc>
                <a:spcPct val="120000"/>
              </a:lnSpc>
              <a:spcBef>
                <a:spcPts val="600"/>
              </a:spcBef>
              <a:buFont typeface="Xfinity Brown" panose="02010504010101010104" pitchFamily="50" charset="0"/>
              <a:buChar char="–"/>
              <a:defRPr lang="en-US" sz="1800" b="0" i="0" u="none" strike="noStrike" cap="none" spc="0" baseline="0" dirty="0">
                <a:solidFill>
                  <a:srgbClr val="000000"/>
                </a:solidFill>
                <a:uFillTx/>
                <a:latin typeface="Xfinity Brown Light" panose="02010404010101010103" pitchFamily="2" charset="77"/>
                <a:ea typeface="Xfinity Brown" panose="02010504010101010104" pitchFamily="50" charset="0"/>
                <a:cs typeface="Xfinity Brown Light" panose="02010404010101010103" pitchFamily="2" charset="77"/>
                <a:sym typeface="Xfinity Brown" panose="02010504010101010104" pitchFamily="50" charset="0"/>
              </a:defRPr>
            </a:lvl5pPr>
          </a:lstStyle>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Lorem ipsum dolor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consectetur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adipiscing</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elit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do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eiusmod</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incididunt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labore et dolore magna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Eu mi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bibendum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neque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egestas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Odio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orci</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dapibus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p:txBody>
      </p:sp>
      <p:sp>
        <p:nvSpPr>
          <p:cNvPr id="13" name="TextBox 12">
            <a:extLst>
              <a:ext uri="{FF2B5EF4-FFF2-40B4-BE49-F238E27FC236}">
                <a16:creationId xmlns:a16="http://schemas.microsoft.com/office/drawing/2014/main" id="{BEAC260E-0CBC-3EA5-17E6-B9B6C782B053}"/>
              </a:ext>
            </a:extLst>
          </p:cNvPr>
          <p:cNvSpPr txBox="1"/>
          <p:nvPr userDrawn="1"/>
        </p:nvSpPr>
        <p:spPr>
          <a:xfrm>
            <a:off x="12115800" y="3403566"/>
            <a:ext cx="5488912" cy="430887"/>
          </a:xfrm>
          <a:prstGeom prst="rect">
            <a:avLst/>
          </a:prstGeom>
          <a:noFill/>
        </p:spPr>
        <p:txBody>
          <a:bodyPr wrap="square" lIns="0" tIns="0" rIns="0" bIns="0">
            <a:spAutoFit/>
          </a:bodyPr>
          <a:lstStyle/>
          <a:p>
            <a:pPr marL="0" marR="0" lvl="1" indent="0" algn="l" defTabSz="412750" rtl="0" eaLnBrk="1" fontAlgn="auto" latinLnBrk="0" hangingPunct="1">
              <a:lnSpc>
                <a:spcPct val="100000"/>
              </a:lnSpc>
              <a:spcBef>
                <a:spcPts val="0"/>
              </a:spcBef>
              <a:spcAft>
                <a:spcPts val="600"/>
              </a:spcAft>
              <a:buClrTx/>
              <a:buSzTx/>
              <a:buFont typeface="Xfinity Brown" panose="02010504010101010104" pitchFamily="50" charset="0"/>
              <a:buNone/>
              <a:tabLst/>
              <a:defRPr/>
            </a:pPr>
            <a:r>
              <a:rPr lang="en-US" sz="2800" b="0" kern="0">
                <a:solidFill>
                  <a:schemeClr val="tx1"/>
                </a:solidFill>
                <a:latin typeface="+mj-lt"/>
                <a:cs typeface="Xfinity Brown"/>
              </a:rPr>
              <a:t>The Ask</a:t>
            </a:r>
            <a:endParaRPr kumimoji="0" lang="en-US" sz="2800" b="0" i="0" u="none" strike="noStrike" kern="0" cap="none" spc="0" normalizeH="0" baseline="0" noProof="0">
              <a:ln>
                <a:noFill/>
              </a:ln>
              <a:solidFill>
                <a:schemeClr val="tx1"/>
              </a:solidFill>
              <a:effectLst/>
              <a:uLnTx/>
              <a:uFillTx/>
              <a:latin typeface="+mj-lt"/>
              <a:ea typeface="Xfinity Brown" panose="02010504010101010104" pitchFamily="50" charset="0"/>
              <a:cs typeface="Xfinity Brown"/>
              <a:sym typeface="Xfinity Brown" panose="02010504010101010104" pitchFamily="50" charset="0"/>
            </a:endParaRPr>
          </a:p>
        </p:txBody>
      </p:sp>
      <p:sp>
        <p:nvSpPr>
          <p:cNvPr id="7" name="Text Placeholder 8">
            <a:extLst>
              <a:ext uri="{FF2B5EF4-FFF2-40B4-BE49-F238E27FC236}">
                <a16:creationId xmlns:a16="http://schemas.microsoft.com/office/drawing/2014/main" id="{B25DE0F0-BCAF-0549-4A4F-9A8CAAC7880B}"/>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5" name="Text Placeholder 6">
            <a:extLst>
              <a:ext uri="{FF2B5EF4-FFF2-40B4-BE49-F238E27FC236}">
                <a16:creationId xmlns:a16="http://schemas.microsoft.com/office/drawing/2014/main" id="{359A17EB-EE8C-B0B3-0DE7-DDA97E9BE40F}"/>
              </a:ext>
            </a:extLst>
          </p:cNvPr>
          <p:cNvSpPr>
            <a:spLocks noGrp="1"/>
          </p:cNvSpPr>
          <p:nvPr>
            <p:ph type="body" sz="quarter" idx="14" hasCustomPrompt="1"/>
          </p:nvPr>
        </p:nvSpPr>
        <p:spPr>
          <a:xfrm>
            <a:off x="685800" y="984379"/>
            <a:ext cx="14058900" cy="886397"/>
          </a:xfrm>
        </p:spPr>
        <p:txBody>
          <a:bodyPr wrap="square" lIns="0" tIns="0" rIns="0" bIns="0">
            <a:spAutoFit/>
          </a:bodyPr>
          <a:lstStyle>
            <a:lvl1pPr marL="0" indent="0">
              <a:spcBef>
                <a:spcPts val="0"/>
              </a:spcBef>
              <a:buNone/>
              <a:defRPr sz="3200" spc="-150">
                <a:latin typeface="+mj-lt"/>
              </a:defRPr>
            </a:lvl1pPr>
          </a:lstStyle>
          <a:p>
            <a:pPr lvl="0"/>
            <a:r>
              <a:rPr lang="en-US"/>
              <a:t>This is a slide title. Tracking set to ‘tight’. </a:t>
            </a:r>
            <a:br>
              <a:rPr lang="en-US"/>
            </a:br>
            <a:r>
              <a:rPr lang="en-US"/>
              <a:t>It shouldn’t exceed two lines.</a:t>
            </a:r>
          </a:p>
        </p:txBody>
      </p:sp>
      <p:sp>
        <p:nvSpPr>
          <p:cNvPr id="9" name="Slide Number">
            <a:extLst>
              <a:ext uri="{FF2B5EF4-FFF2-40B4-BE49-F238E27FC236}">
                <a16:creationId xmlns:a16="http://schemas.microsoft.com/office/drawing/2014/main" id="{00073987-46D3-AAD3-6A55-695A94419491}"/>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15" name="Slide Number">
            <a:extLst>
              <a:ext uri="{FF2B5EF4-FFF2-40B4-BE49-F238E27FC236}">
                <a16:creationId xmlns:a16="http://schemas.microsoft.com/office/drawing/2014/main" id="{D1A079F2-5BBF-8469-DBAF-3E85046B2CA0}"/>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2" name="Graphic 1">
            <a:extLst>
              <a:ext uri="{FF2B5EF4-FFF2-40B4-BE49-F238E27FC236}">
                <a16:creationId xmlns:a16="http://schemas.microsoft.com/office/drawing/2014/main" id="{E71C4470-1849-BB6D-97ED-AA9A1DFC9DE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3573684906"/>
      </p:ext>
    </p:extLst>
  </p:cSld>
  <p:clrMapOvr>
    <a:overrideClrMapping bg1="lt1" tx1="dk1" bg2="lt2" tx2="dk2" accent1="accent1" accent2="accent2" accent3="accent3" accent4="accent4" accent5="accent5" accent6="accent6" hlink="hlink" folHlink="folHlink"/>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ssignment Overview 2">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98AFFFC-1D82-173B-A7F9-2CA8DE7DC3F9}"/>
              </a:ext>
            </a:extLst>
          </p:cNvPr>
          <p:cNvSpPr>
            <a:spLocks noGrp="1"/>
          </p:cNvSpPr>
          <p:nvPr>
            <p:ph type="body" sz="quarter" idx="26" hasCustomPrompt="1"/>
          </p:nvPr>
        </p:nvSpPr>
        <p:spPr>
          <a:xfrm>
            <a:off x="685800" y="3985356"/>
            <a:ext cx="5488912" cy="4363657"/>
          </a:xfrm>
          <a:prstGeom prst="rect">
            <a:avLst/>
          </a:prstGeom>
        </p:spPr>
        <p:txBody>
          <a:bodyPr lIns="0" tIns="0" rIns="0" bIns="0">
            <a:normAutofit/>
          </a:bodyPr>
          <a:lstStyle>
            <a:lvl1pPr algn="l">
              <a:lnSpc>
                <a:spcPct val="120000"/>
              </a:lnSpc>
              <a:spcBef>
                <a:spcPts val="600"/>
              </a:spcBef>
              <a:defRPr sz="1800" b="0" i="0">
                <a:latin typeface="Xfinity Brown Light" panose="02010404010101010103" pitchFamily="2" charset="77"/>
                <a:cs typeface="Xfinity Brown Light" panose="02010404010101010103" pitchFamily="2" charset="77"/>
              </a:defRPr>
            </a:lvl1pPr>
            <a:lvl2pPr marL="0" indent="0" algn="l">
              <a:spcBef>
                <a:spcPts val="600"/>
              </a:spcBef>
              <a:buFont typeface="Arial" panose="020B0604020202020204" pitchFamily="34" charset="0"/>
              <a:buChar char="•"/>
              <a:defRPr sz="1800" b="0" i="0">
                <a:latin typeface="+mn-lt"/>
                <a:cs typeface="Xfinity Brown Light" panose="02010404010101010103" pitchFamily="2" charset="77"/>
              </a:defRPr>
            </a:lvl2pPr>
            <a:lvl3pPr marL="560070" indent="-285750" algn="l">
              <a:lnSpc>
                <a:spcPct val="120000"/>
              </a:lnSpc>
              <a:spcBef>
                <a:spcPts val="600"/>
              </a:spcBef>
              <a:buFont typeface="Xfinity Brown" panose="02010504010101010104" pitchFamily="50" charset="0"/>
              <a:buChar char="–"/>
              <a:defRPr sz="1800" b="0" i="0">
                <a:latin typeface="Xfinity Brown Light" panose="02010404010101010103" pitchFamily="2" charset="77"/>
                <a:cs typeface="Xfinity Brown Light" panose="02010404010101010103" pitchFamily="2" charset="77"/>
              </a:defRPr>
            </a:lvl3pPr>
            <a:lvl4pPr marL="834390" indent="-285750" algn="l">
              <a:lnSpc>
                <a:spcPct val="120000"/>
              </a:lnSpc>
              <a:spcBef>
                <a:spcPts val="600"/>
              </a:spcBef>
              <a:buFont typeface="Xfinity Brown" panose="02010504010101010104" pitchFamily="50" charset="0"/>
              <a:buChar char="o"/>
              <a:defRPr sz="1800" b="0" i="0">
                <a:latin typeface="Xfinity Brown Light" panose="02010404010101010103" pitchFamily="2" charset="77"/>
                <a:cs typeface="Xfinity Brown Light" panose="02010404010101010103" pitchFamily="2" charset="77"/>
              </a:defRPr>
            </a:lvl4pPr>
            <a:lvl5pPr marL="1108710" indent="-285750" algn="l">
              <a:lnSpc>
                <a:spcPct val="120000"/>
              </a:lnSpc>
              <a:spcBef>
                <a:spcPts val="600"/>
              </a:spcBef>
              <a:buFont typeface="Xfinity Brown" panose="02010504010101010104" pitchFamily="50" charset="0"/>
              <a:buChar char="–"/>
              <a:defRPr lang="en-US" sz="1800" b="0" i="0" u="none" strike="noStrike" cap="none" spc="0" baseline="0" dirty="0">
                <a:solidFill>
                  <a:srgbClr val="000000"/>
                </a:solidFill>
                <a:uFillTx/>
                <a:latin typeface="Xfinity Brown Light" panose="02010404010101010103" pitchFamily="2" charset="77"/>
                <a:ea typeface="Xfinity Brown" panose="02010504010101010104" pitchFamily="50" charset="0"/>
                <a:cs typeface="Xfinity Brown Light" panose="02010404010101010103" pitchFamily="2" charset="77"/>
                <a:sym typeface="Xfinity Brown" panose="02010504010101010104" pitchFamily="50" charset="0"/>
              </a:defRPr>
            </a:lvl5pPr>
          </a:lstStyle>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Lorem ipsum dolor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consectetur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adipiscing</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elit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do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eiusmod</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incididunt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labore et dolore magna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Eu mi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bibendum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neque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egestas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Odio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orci</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dapibus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p:txBody>
      </p:sp>
      <p:sp>
        <p:nvSpPr>
          <p:cNvPr id="8" name="TextBox 7">
            <a:extLst>
              <a:ext uri="{FF2B5EF4-FFF2-40B4-BE49-F238E27FC236}">
                <a16:creationId xmlns:a16="http://schemas.microsoft.com/office/drawing/2014/main" id="{C28386AD-2352-9F0C-D216-B16B9E867DA7}"/>
              </a:ext>
            </a:extLst>
          </p:cNvPr>
          <p:cNvSpPr txBox="1"/>
          <p:nvPr userDrawn="1"/>
        </p:nvSpPr>
        <p:spPr>
          <a:xfrm>
            <a:off x="683288" y="3403566"/>
            <a:ext cx="5488912" cy="430887"/>
          </a:xfrm>
          <a:prstGeom prst="rect">
            <a:avLst/>
          </a:prstGeom>
          <a:noFill/>
        </p:spPr>
        <p:txBody>
          <a:bodyPr wrap="square" lIns="0" tIns="0" rIns="0" bIns="0">
            <a:spAutoFit/>
          </a:bodyPr>
          <a:lstStyle/>
          <a:p>
            <a:pPr marL="0" marR="0" lvl="1" indent="0" algn="l" defTabSz="412750" rtl="0" eaLnBrk="1" fontAlgn="auto" latinLnBrk="0" hangingPunct="1">
              <a:lnSpc>
                <a:spcPct val="100000"/>
              </a:lnSpc>
              <a:spcBef>
                <a:spcPts val="0"/>
              </a:spcBef>
              <a:spcAft>
                <a:spcPts val="600"/>
              </a:spcAft>
              <a:buClrTx/>
              <a:buSzTx/>
              <a:buFont typeface="Xfinity Brown" panose="02010504010101010104" pitchFamily="50" charset="0"/>
              <a:buNone/>
              <a:tabLst/>
              <a:defRPr/>
            </a:pPr>
            <a:r>
              <a:rPr lang="en-US" sz="2800" b="0" kern="0">
                <a:solidFill>
                  <a:schemeClr val="tx1"/>
                </a:solidFill>
                <a:latin typeface="+mj-lt"/>
                <a:cs typeface="Xfinity Brown"/>
              </a:rPr>
              <a:t>Audience</a:t>
            </a:r>
            <a:endParaRPr kumimoji="0" lang="en-US" sz="2800" b="0" i="0" u="none" strike="noStrike" kern="0" cap="none" spc="0" normalizeH="0" baseline="0" noProof="0">
              <a:ln>
                <a:noFill/>
              </a:ln>
              <a:solidFill>
                <a:schemeClr val="tx1"/>
              </a:solidFill>
              <a:effectLst/>
              <a:uLnTx/>
              <a:uFillTx/>
              <a:latin typeface="+mj-lt"/>
              <a:ea typeface="Xfinity Brown" panose="02010504010101010104" pitchFamily="50" charset="0"/>
              <a:cs typeface="Xfinity Brown"/>
              <a:sym typeface="Xfinity Brown" panose="02010504010101010104" pitchFamily="50" charset="0"/>
            </a:endParaRPr>
          </a:p>
        </p:txBody>
      </p:sp>
      <p:sp>
        <p:nvSpPr>
          <p:cNvPr id="10" name="Text Placeholder 5">
            <a:extLst>
              <a:ext uri="{FF2B5EF4-FFF2-40B4-BE49-F238E27FC236}">
                <a16:creationId xmlns:a16="http://schemas.microsoft.com/office/drawing/2014/main" id="{0C359905-D294-7512-60A7-AEB04560F606}"/>
              </a:ext>
            </a:extLst>
          </p:cNvPr>
          <p:cNvSpPr>
            <a:spLocks noGrp="1"/>
          </p:cNvSpPr>
          <p:nvPr>
            <p:ph type="body" sz="quarter" idx="27" hasCustomPrompt="1"/>
          </p:nvPr>
        </p:nvSpPr>
        <p:spPr>
          <a:xfrm>
            <a:off x="6412837" y="3985356"/>
            <a:ext cx="5488912" cy="4363657"/>
          </a:xfrm>
          <a:prstGeom prst="rect">
            <a:avLst/>
          </a:prstGeom>
        </p:spPr>
        <p:txBody>
          <a:bodyPr lIns="0" tIns="0" rIns="0" bIns="0">
            <a:normAutofit/>
          </a:bodyPr>
          <a:lstStyle>
            <a:lvl1pPr algn="l">
              <a:lnSpc>
                <a:spcPct val="120000"/>
              </a:lnSpc>
              <a:spcBef>
                <a:spcPts val="600"/>
              </a:spcBef>
              <a:defRPr sz="1800" b="0" i="0">
                <a:latin typeface="Xfinity Brown Light" panose="02010404010101010103" pitchFamily="2" charset="77"/>
                <a:cs typeface="Xfinity Brown Light" panose="02010404010101010103" pitchFamily="2" charset="77"/>
              </a:defRPr>
            </a:lvl1pPr>
            <a:lvl2pPr marL="0" indent="0" algn="l">
              <a:spcBef>
                <a:spcPts val="600"/>
              </a:spcBef>
              <a:buFont typeface="Arial" panose="020B0604020202020204" pitchFamily="34" charset="0"/>
              <a:buChar char="•"/>
              <a:defRPr sz="1800" b="0" i="0">
                <a:latin typeface="+mn-lt"/>
                <a:cs typeface="Xfinity Brown Light" panose="02010404010101010103" pitchFamily="2" charset="77"/>
              </a:defRPr>
            </a:lvl2pPr>
            <a:lvl3pPr marL="560070" indent="-285750" algn="l">
              <a:lnSpc>
                <a:spcPct val="120000"/>
              </a:lnSpc>
              <a:spcBef>
                <a:spcPts val="600"/>
              </a:spcBef>
              <a:buFont typeface="Xfinity Brown" panose="02010504010101010104" pitchFamily="50" charset="0"/>
              <a:buChar char="–"/>
              <a:defRPr sz="1800" b="0" i="0">
                <a:latin typeface="Xfinity Brown Light" panose="02010404010101010103" pitchFamily="2" charset="77"/>
                <a:cs typeface="Xfinity Brown Light" panose="02010404010101010103" pitchFamily="2" charset="77"/>
              </a:defRPr>
            </a:lvl3pPr>
            <a:lvl4pPr marL="834390" indent="-285750" algn="l">
              <a:lnSpc>
                <a:spcPct val="120000"/>
              </a:lnSpc>
              <a:spcBef>
                <a:spcPts val="600"/>
              </a:spcBef>
              <a:buFont typeface="Xfinity Brown" panose="02010504010101010104" pitchFamily="50" charset="0"/>
              <a:buChar char="o"/>
              <a:defRPr sz="1800" b="0" i="0">
                <a:latin typeface="Xfinity Brown Light" panose="02010404010101010103" pitchFamily="2" charset="77"/>
                <a:cs typeface="Xfinity Brown Light" panose="02010404010101010103" pitchFamily="2" charset="77"/>
              </a:defRPr>
            </a:lvl4pPr>
            <a:lvl5pPr marL="1108710" indent="-285750" algn="l">
              <a:lnSpc>
                <a:spcPct val="120000"/>
              </a:lnSpc>
              <a:spcBef>
                <a:spcPts val="600"/>
              </a:spcBef>
              <a:buFont typeface="Xfinity Brown" panose="02010504010101010104" pitchFamily="50" charset="0"/>
              <a:buChar char="–"/>
              <a:defRPr lang="en-US" sz="1800" b="0" i="0" u="none" strike="noStrike" cap="none" spc="0" baseline="0" dirty="0">
                <a:solidFill>
                  <a:srgbClr val="000000"/>
                </a:solidFill>
                <a:uFillTx/>
                <a:latin typeface="Xfinity Brown Light" panose="02010404010101010103" pitchFamily="2" charset="77"/>
                <a:ea typeface="Xfinity Brown" panose="02010504010101010104" pitchFamily="50" charset="0"/>
                <a:cs typeface="Xfinity Brown Light" panose="02010404010101010103" pitchFamily="2" charset="77"/>
                <a:sym typeface="Xfinity Brown" panose="02010504010101010104" pitchFamily="50" charset="0"/>
              </a:defRPr>
            </a:lvl5pPr>
          </a:lstStyle>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Lorem ipsum dolor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consectetur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adipiscing</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elit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do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eiusmod</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incididunt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labore et dolore magna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Eu mi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bibendum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neque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egestas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Odio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orci</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dapibus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p:txBody>
      </p:sp>
      <p:sp>
        <p:nvSpPr>
          <p:cNvPr id="11" name="TextBox 10">
            <a:extLst>
              <a:ext uri="{FF2B5EF4-FFF2-40B4-BE49-F238E27FC236}">
                <a16:creationId xmlns:a16="http://schemas.microsoft.com/office/drawing/2014/main" id="{F86E3068-21BB-83FA-569C-8107244FDA44}"/>
              </a:ext>
            </a:extLst>
          </p:cNvPr>
          <p:cNvSpPr txBox="1"/>
          <p:nvPr userDrawn="1"/>
        </p:nvSpPr>
        <p:spPr>
          <a:xfrm>
            <a:off x="6410325" y="3403566"/>
            <a:ext cx="5488912" cy="430887"/>
          </a:xfrm>
          <a:prstGeom prst="rect">
            <a:avLst/>
          </a:prstGeom>
          <a:noFill/>
        </p:spPr>
        <p:txBody>
          <a:bodyPr wrap="square" lIns="0" tIns="0" rIns="0" bIns="0">
            <a:spAutoFit/>
          </a:bodyPr>
          <a:lstStyle/>
          <a:p>
            <a:pPr marL="0" marR="0" lvl="1" indent="0" algn="l" defTabSz="412750" rtl="0" eaLnBrk="1" fontAlgn="auto" latinLnBrk="0" hangingPunct="1">
              <a:lnSpc>
                <a:spcPct val="100000"/>
              </a:lnSpc>
              <a:spcBef>
                <a:spcPts val="0"/>
              </a:spcBef>
              <a:spcAft>
                <a:spcPts val="600"/>
              </a:spcAft>
              <a:buClrTx/>
              <a:buSzTx/>
              <a:buFont typeface="Xfinity Brown" panose="02010504010101010104" pitchFamily="50" charset="0"/>
              <a:buNone/>
              <a:tabLst/>
              <a:defRPr/>
            </a:pPr>
            <a:r>
              <a:rPr lang="en-US" sz="2800" b="0" kern="0">
                <a:solidFill>
                  <a:schemeClr val="tx1"/>
                </a:solidFill>
                <a:latin typeface="+mj-lt"/>
                <a:cs typeface="Xfinity Brown"/>
              </a:rPr>
              <a:t>KPI’s</a:t>
            </a:r>
            <a:endParaRPr kumimoji="0" lang="en-US" sz="2800" b="0" i="0" u="none" strike="noStrike" kern="0" cap="none" spc="0" normalizeH="0" baseline="0" noProof="0">
              <a:ln>
                <a:noFill/>
              </a:ln>
              <a:solidFill>
                <a:schemeClr val="tx1"/>
              </a:solidFill>
              <a:effectLst/>
              <a:uLnTx/>
              <a:uFillTx/>
              <a:latin typeface="+mj-lt"/>
              <a:ea typeface="Xfinity Brown" panose="02010504010101010104" pitchFamily="50" charset="0"/>
              <a:cs typeface="Xfinity Brown"/>
              <a:sym typeface="Xfinity Brown" panose="02010504010101010104" pitchFamily="50" charset="0"/>
            </a:endParaRPr>
          </a:p>
        </p:txBody>
      </p:sp>
      <p:sp>
        <p:nvSpPr>
          <p:cNvPr id="12" name="Text Placeholder 5">
            <a:extLst>
              <a:ext uri="{FF2B5EF4-FFF2-40B4-BE49-F238E27FC236}">
                <a16:creationId xmlns:a16="http://schemas.microsoft.com/office/drawing/2014/main" id="{353CBC47-80F9-6075-A05C-F2A4A310A6AE}"/>
              </a:ext>
            </a:extLst>
          </p:cNvPr>
          <p:cNvSpPr>
            <a:spLocks noGrp="1"/>
          </p:cNvSpPr>
          <p:nvPr>
            <p:ph type="body" sz="quarter" idx="28" hasCustomPrompt="1"/>
          </p:nvPr>
        </p:nvSpPr>
        <p:spPr>
          <a:xfrm>
            <a:off x="12118312" y="3985356"/>
            <a:ext cx="5488912" cy="4363657"/>
          </a:xfrm>
          <a:prstGeom prst="rect">
            <a:avLst/>
          </a:prstGeom>
        </p:spPr>
        <p:txBody>
          <a:bodyPr lIns="0" tIns="0" rIns="0" bIns="0">
            <a:normAutofit/>
          </a:bodyPr>
          <a:lstStyle>
            <a:lvl1pPr algn="l">
              <a:lnSpc>
                <a:spcPct val="120000"/>
              </a:lnSpc>
              <a:spcBef>
                <a:spcPts val="600"/>
              </a:spcBef>
              <a:defRPr sz="1800" b="0" i="0">
                <a:latin typeface="Xfinity Brown Light" panose="02010404010101010103" pitchFamily="2" charset="77"/>
                <a:cs typeface="Xfinity Brown Light" panose="02010404010101010103" pitchFamily="2" charset="77"/>
              </a:defRPr>
            </a:lvl1pPr>
            <a:lvl2pPr marL="0" indent="0" algn="l">
              <a:spcBef>
                <a:spcPts val="600"/>
              </a:spcBef>
              <a:buFont typeface="Arial" panose="020B0604020202020204" pitchFamily="34" charset="0"/>
              <a:buChar char="•"/>
              <a:defRPr sz="1800" b="0" i="0">
                <a:latin typeface="+mn-lt"/>
                <a:cs typeface="Xfinity Brown Light" panose="02010404010101010103" pitchFamily="2" charset="77"/>
              </a:defRPr>
            </a:lvl2pPr>
            <a:lvl3pPr marL="560070" indent="-285750" algn="l">
              <a:lnSpc>
                <a:spcPct val="120000"/>
              </a:lnSpc>
              <a:spcBef>
                <a:spcPts val="600"/>
              </a:spcBef>
              <a:buFont typeface="Xfinity Brown" panose="02010504010101010104" pitchFamily="50" charset="0"/>
              <a:buChar char="–"/>
              <a:defRPr sz="1800" b="0" i="0">
                <a:latin typeface="Xfinity Brown Light" panose="02010404010101010103" pitchFamily="2" charset="77"/>
                <a:cs typeface="Xfinity Brown Light" panose="02010404010101010103" pitchFamily="2" charset="77"/>
              </a:defRPr>
            </a:lvl3pPr>
            <a:lvl4pPr marL="834390" indent="-285750" algn="l">
              <a:lnSpc>
                <a:spcPct val="120000"/>
              </a:lnSpc>
              <a:spcBef>
                <a:spcPts val="600"/>
              </a:spcBef>
              <a:buFont typeface="Xfinity Brown" panose="02010504010101010104" pitchFamily="50" charset="0"/>
              <a:buChar char="o"/>
              <a:defRPr sz="1800" b="0" i="0">
                <a:latin typeface="Xfinity Brown Light" panose="02010404010101010103" pitchFamily="2" charset="77"/>
                <a:cs typeface="Xfinity Brown Light" panose="02010404010101010103" pitchFamily="2" charset="77"/>
              </a:defRPr>
            </a:lvl4pPr>
            <a:lvl5pPr marL="1108710" indent="-285750" algn="l">
              <a:lnSpc>
                <a:spcPct val="120000"/>
              </a:lnSpc>
              <a:spcBef>
                <a:spcPts val="600"/>
              </a:spcBef>
              <a:buFont typeface="Xfinity Brown" panose="02010504010101010104" pitchFamily="50" charset="0"/>
              <a:buChar char="–"/>
              <a:defRPr lang="en-US" sz="1800" b="0" i="0" u="none" strike="noStrike" cap="none" spc="0" baseline="0" dirty="0">
                <a:solidFill>
                  <a:srgbClr val="000000"/>
                </a:solidFill>
                <a:uFillTx/>
                <a:latin typeface="Xfinity Brown Light" panose="02010404010101010103" pitchFamily="2" charset="77"/>
                <a:ea typeface="Xfinity Brown" panose="02010504010101010104" pitchFamily="50" charset="0"/>
                <a:cs typeface="Xfinity Brown Light" panose="02010404010101010103" pitchFamily="2" charset="77"/>
                <a:sym typeface="Xfinity Brown" panose="02010504010101010104" pitchFamily="50" charset="0"/>
              </a:defRPr>
            </a:lvl5pPr>
          </a:lstStyle>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Lorem ipsum dolor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consectetur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adipiscing</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elit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do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eiusmod</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incididunt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labore et dolore magna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Eu mi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bibendum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neque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egestas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Odio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orci</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dapibus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p:txBody>
      </p:sp>
      <p:sp>
        <p:nvSpPr>
          <p:cNvPr id="13" name="TextBox 12">
            <a:extLst>
              <a:ext uri="{FF2B5EF4-FFF2-40B4-BE49-F238E27FC236}">
                <a16:creationId xmlns:a16="http://schemas.microsoft.com/office/drawing/2014/main" id="{BEAC260E-0CBC-3EA5-17E6-B9B6C782B053}"/>
              </a:ext>
            </a:extLst>
          </p:cNvPr>
          <p:cNvSpPr txBox="1"/>
          <p:nvPr userDrawn="1"/>
        </p:nvSpPr>
        <p:spPr>
          <a:xfrm>
            <a:off x="12115800" y="3403566"/>
            <a:ext cx="5488912" cy="430887"/>
          </a:xfrm>
          <a:prstGeom prst="rect">
            <a:avLst/>
          </a:prstGeom>
          <a:noFill/>
        </p:spPr>
        <p:txBody>
          <a:bodyPr wrap="square" lIns="0" tIns="0" rIns="0" bIns="0">
            <a:spAutoFit/>
          </a:bodyPr>
          <a:lstStyle/>
          <a:p>
            <a:pPr marL="0" marR="0" lvl="1" indent="0" algn="l" defTabSz="412750" rtl="0" eaLnBrk="1" fontAlgn="auto" latinLnBrk="0" hangingPunct="1">
              <a:lnSpc>
                <a:spcPct val="100000"/>
              </a:lnSpc>
              <a:spcBef>
                <a:spcPts val="0"/>
              </a:spcBef>
              <a:spcAft>
                <a:spcPts val="600"/>
              </a:spcAft>
              <a:buClrTx/>
              <a:buSzTx/>
              <a:buFont typeface="Xfinity Brown" panose="02010504010101010104" pitchFamily="50" charset="0"/>
              <a:buNone/>
              <a:tabLst/>
              <a:defRPr/>
            </a:pPr>
            <a:r>
              <a:rPr kumimoji="0" lang="en-US" sz="2800" b="0" i="0" u="none" strike="noStrike" kern="0" cap="none" spc="0" normalizeH="0" baseline="0" noProof="0">
                <a:ln>
                  <a:noFill/>
                </a:ln>
                <a:solidFill>
                  <a:schemeClr val="tx1"/>
                </a:solidFill>
                <a:effectLst/>
                <a:uLnTx/>
                <a:uFillTx/>
                <a:latin typeface="+mj-lt"/>
                <a:ea typeface="Xfinity Brown" panose="02010504010101010104" pitchFamily="50" charset="0"/>
                <a:cs typeface="Xfinity Brown"/>
                <a:sym typeface="Xfinity Brown" panose="02010504010101010104" pitchFamily="50" charset="0"/>
              </a:rPr>
              <a:t>Objective</a:t>
            </a:r>
          </a:p>
        </p:txBody>
      </p:sp>
      <p:sp>
        <p:nvSpPr>
          <p:cNvPr id="14" name="Text Placeholder 8">
            <a:extLst>
              <a:ext uri="{FF2B5EF4-FFF2-40B4-BE49-F238E27FC236}">
                <a16:creationId xmlns:a16="http://schemas.microsoft.com/office/drawing/2014/main" id="{4B33F1F2-AE48-B028-E5E5-D221759F0AD7}"/>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5" name="Text Placeholder 6">
            <a:extLst>
              <a:ext uri="{FF2B5EF4-FFF2-40B4-BE49-F238E27FC236}">
                <a16:creationId xmlns:a16="http://schemas.microsoft.com/office/drawing/2014/main" id="{5EB7D906-B3FE-BE94-938B-381D7189F4CA}"/>
              </a:ext>
            </a:extLst>
          </p:cNvPr>
          <p:cNvSpPr>
            <a:spLocks noGrp="1"/>
          </p:cNvSpPr>
          <p:nvPr>
            <p:ph type="body" sz="quarter" idx="14" hasCustomPrompt="1"/>
          </p:nvPr>
        </p:nvSpPr>
        <p:spPr>
          <a:xfrm>
            <a:off x="685800" y="984379"/>
            <a:ext cx="14058900" cy="886397"/>
          </a:xfrm>
        </p:spPr>
        <p:txBody>
          <a:bodyPr wrap="square" lIns="0" tIns="0" rIns="0" bIns="0">
            <a:spAutoFit/>
          </a:bodyPr>
          <a:lstStyle>
            <a:lvl1pPr marL="0" indent="0">
              <a:spcBef>
                <a:spcPts val="0"/>
              </a:spcBef>
              <a:buNone/>
              <a:defRPr sz="3200" spc="-150">
                <a:latin typeface="+mj-lt"/>
              </a:defRPr>
            </a:lvl1pPr>
          </a:lstStyle>
          <a:p>
            <a:pPr lvl="0"/>
            <a:r>
              <a:rPr lang="en-US"/>
              <a:t>This is a slide title. Tracking set to ‘tight’. </a:t>
            </a:r>
            <a:br>
              <a:rPr lang="en-US"/>
            </a:br>
            <a:r>
              <a:rPr lang="en-US"/>
              <a:t>It shouldn’t exceed two lines.</a:t>
            </a:r>
          </a:p>
        </p:txBody>
      </p:sp>
      <p:sp>
        <p:nvSpPr>
          <p:cNvPr id="2" name="Slide Number">
            <a:extLst>
              <a:ext uri="{FF2B5EF4-FFF2-40B4-BE49-F238E27FC236}">
                <a16:creationId xmlns:a16="http://schemas.microsoft.com/office/drawing/2014/main" id="{62C74D0C-2C52-A644-DD97-B206E39C0936}"/>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4" name="Slide Number">
            <a:extLst>
              <a:ext uri="{FF2B5EF4-FFF2-40B4-BE49-F238E27FC236}">
                <a16:creationId xmlns:a16="http://schemas.microsoft.com/office/drawing/2014/main" id="{5263FDD0-8922-1573-C80F-7B1AA29E3146}"/>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7" name="Graphic 6">
            <a:extLst>
              <a:ext uri="{FF2B5EF4-FFF2-40B4-BE49-F238E27FC236}">
                <a16:creationId xmlns:a16="http://schemas.microsoft.com/office/drawing/2014/main" id="{6885ED3D-4730-0C3B-7364-FB25DE8752D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3426549194"/>
      </p:ext>
    </p:extLst>
  </p:cSld>
  <p:clrMapOvr>
    <a:overrideClrMapping bg1="lt1" tx1="dk1" bg2="lt2" tx2="dk2" accent1="accent1" accent2="accent2" accent3="accent3" accent4="accent4" accent5="accent5" accent6="accent6" hlink="hlink" folHlink="folHlink"/>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ssignment Overview 3">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98AFFFC-1D82-173B-A7F9-2CA8DE7DC3F9}"/>
              </a:ext>
            </a:extLst>
          </p:cNvPr>
          <p:cNvSpPr>
            <a:spLocks noGrp="1"/>
          </p:cNvSpPr>
          <p:nvPr>
            <p:ph type="body" sz="quarter" idx="26" hasCustomPrompt="1"/>
          </p:nvPr>
        </p:nvSpPr>
        <p:spPr>
          <a:xfrm>
            <a:off x="685800" y="3619010"/>
            <a:ext cx="5488912" cy="1303755"/>
          </a:xfrm>
          <a:prstGeom prst="rect">
            <a:avLst/>
          </a:prstGeom>
        </p:spPr>
        <p:txBody>
          <a:bodyPr lIns="0" tIns="0" rIns="0" bIns="0">
            <a:spAutoFit/>
          </a:bodyPr>
          <a:lstStyle>
            <a:lvl1pPr algn="l">
              <a:lnSpc>
                <a:spcPct val="120000"/>
              </a:lnSpc>
              <a:spcBef>
                <a:spcPts val="600"/>
              </a:spcBef>
              <a:defRPr sz="1800" b="0" i="0">
                <a:latin typeface="Xfinity Brown Light" panose="02010404010101010103" pitchFamily="2" charset="77"/>
                <a:cs typeface="Xfinity Brown Light" panose="02010404010101010103" pitchFamily="2" charset="77"/>
              </a:defRPr>
            </a:lvl1pPr>
            <a:lvl2pPr marL="0" indent="0" algn="l">
              <a:lnSpc>
                <a:spcPct val="100000"/>
              </a:lnSpc>
              <a:spcBef>
                <a:spcPts val="100"/>
              </a:spcBef>
              <a:buFont typeface="Arial" panose="020B0604020202020204" pitchFamily="34" charset="0"/>
              <a:buNone/>
              <a:defRPr sz="1800" b="0" i="0">
                <a:latin typeface="+mn-lt"/>
                <a:cs typeface="Xfinity Brown Light" panose="02010404010101010103" pitchFamily="2" charset="77"/>
              </a:defRPr>
            </a:lvl2pPr>
            <a:lvl3pPr marL="560070" indent="-285750" algn="l">
              <a:lnSpc>
                <a:spcPct val="120000"/>
              </a:lnSpc>
              <a:spcBef>
                <a:spcPts val="600"/>
              </a:spcBef>
              <a:buFont typeface="Xfinity Brown" panose="02010504010101010104" pitchFamily="50" charset="0"/>
              <a:buChar char="–"/>
              <a:defRPr sz="1800" b="0" i="0">
                <a:latin typeface="Xfinity Brown Light" panose="02010404010101010103" pitchFamily="2" charset="77"/>
                <a:cs typeface="Xfinity Brown Light" panose="02010404010101010103" pitchFamily="2" charset="77"/>
              </a:defRPr>
            </a:lvl3pPr>
            <a:lvl4pPr marL="834390" indent="-285750" algn="l">
              <a:lnSpc>
                <a:spcPct val="120000"/>
              </a:lnSpc>
              <a:spcBef>
                <a:spcPts val="600"/>
              </a:spcBef>
              <a:buFont typeface="Xfinity Brown" panose="02010504010101010104" pitchFamily="50" charset="0"/>
              <a:buChar char="o"/>
              <a:defRPr sz="1800" b="0" i="0">
                <a:latin typeface="Xfinity Brown Light" panose="02010404010101010103" pitchFamily="2" charset="77"/>
                <a:cs typeface="Xfinity Brown Light" panose="02010404010101010103" pitchFamily="2" charset="77"/>
              </a:defRPr>
            </a:lvl4pPr>
            <a:lvl5pPr marL="1108710" indent="-285750" algn="l">
              <a:lnSpc>
                <a:spcPct val="120000"/>
              </a:lnSpc>
              <a:spcBef>
                <a:spcPts val="600"/>
              </a:spcBef>
              <a:buFont typeface="Xfinity Brown" panose="02010504010101010104" pitchFamily="50" charset="0"/>
              <a:buChar char="–"/>
              <a:defRPr lang="en-US" sz="1800" b="0" i="0" u="none" strike="noStrike" cap="none" spc="0" baseline="0" dirty="0">
                <a:solidFill>
                  <a:srgbClr val="000000"/>
                </a:solidFill>
                <a:uFillTx/>
                <a:latin typeface="Xfinity Brown Light" panose="02010404010101010103" pitchFamily="2" charset="77"/>
                <a:ea typeface="Xfinity Brown" panose="02010504010101010104" pitchFamily="50" charset="0"/>
                <a:cs typeface="Xfinity Brown Light" panose="02010404010101010103" pitchFamily="2" charset="77"/>
                <a:sym typeface="Xfinity Brown" panose="02010504010101010104" pitchFamily="50" charset="0"/>
              </a:defRPr>
            </a:lvl5pPr>
          </a:lstStyle>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Lorem ipsum dolor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consectetur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adipiscing</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elit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do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eiusmod</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incididunt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labore et dolore magna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Eu mi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bibendum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neque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egestas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Odio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orci</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dapibus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a:t>
            </a:r>
          </a:p>
        </p:txBody>
      </p:sp>
      <p:sp>
        <p:nvSpPr>
          <p:cNvPr id="8" name="TextBox 7">
            <a:extLst>
              <a:ext uri="{FF2B5EF4-FFF2-40B4-BE49-F238E27FC236}">
                <a16:creationId xmlns:a16="http://schemas.microsoft.com/office/drawing/2014/main" id="{C28386AD-2352-9F0C-D216-B16B9E867DA7}"/>
              </a:ext>
            </a:extLst>
          </p:cNvPr>
          <p:cNvSpPr txBox="1"/>
          <p:nvPr userDrawn="1"/>
        </p:nvSpPr>
        <p:spPr>
          <a:xfrm>
            <a:off x="683288" y="3044751"/>
            <a:ext cx="5488912" cy="430887"/>
          </a:xfrm>
          <a:prstGeom prst="rect">
            <a:avLst/>
          </a:prstGeom>
          <a:noFill/>
        </p:spPr>
        <p:txBody>
          <a:bodyPr wrap="square" lIns="0" tIns="0" rIns="0" bIns="0">
            <a:spAutoFit/>
          </a:bodyPr>
          <a:lstStyle/>
          <a:p>
            <a:pPr marL="0" marR="0" lvl="1" indent="0" algn="l" defTabSz="412750" rtl="0" eaLnBrk="1" fontAlgn="auto" latinLnBrk="0" hangingPunct="1">
              <a:lnSpc>
                <a:spcPct val="100000"/>
              </a:lnSpc>
              <a:spcBef>
                <a:spcPts val="0"/>
              </a:spcBef>
              <a:spcAft>
                <a:spcPts val="600"/>
              </a:spcAft>
              <a:buClrTx/>
              <a:buSzTx/>
              <a:buFont typeface="Xfinity Brown" panose="02010504010101010104" pitchFamily="50" charset="0"/>
              <a:buNone/>
              <a:tabLst/>
              <a:defRPr/>
            </a:pPr>
            <a:r>
              <a:rPr lang="en-US" sz="2800" b="0" kern="0">
                <a:solidFill>
                  <a:schemeClr val="tx1"/>
                </a:solidFill>
                <a:latin typeface="+mj-lt"/>
                <a:cs typeface="Xfinity Brown"/>
              </a:rPr>
              <a:t>Briefing Docs</a:t>
            </a:r>
            <a:endParaRPr kumimoji="0" lang="en-US" sz="2800" b="0" i="0" u="none" strike="noStrike" kern="0" cap="none" spc="0" normalizeH="0" baseline="0" noProof="0">
              <a:ln>
                <a:noFill/>
              </a:ln>
              <a:solidFill>
                <a:schemeClr val="tx1"/>
              </a:solidFill>
              <a:effectLst/>
              <a:uLnTx/>
              <a:uFillTx/>
              <a:latin typeface="+mj-lt"/>
              <a:ea typeface="Xfinity Brown" panose="02010504010101010104" pitchFamily="50" charset="0"/>
              <a:cs typeface="Xfinity Brown"/>
              <a:sym typeface="Xfinity Brown" panose="02010504010101010104" pitchFamily="50" charset="0"/>
            </a:endParaRPr>
          </a:p>
        </p:txBody>
      </p:sp>
      <p:sp>
        <p:nvSpPr>
          <p:cNvPr id="14" name="TextBox 13">
            <a:extLst>
              <a:ext uri="{FF2B5EF4-FFF2-40B4-BE49-F238E27FC236}">
                <a16:creationId xmlns:a16="http://schemas.microsoft.com/office/drawing/2014/main" id="{DF71E3B7-F749-4660-A4C7-9EB294C04C30}"/>
              </a:ext>
            </a:extLst>
          </p:cNvPr>
          <p:cNvSpPr txBox="1"/>
          <p:nvPr userDrawn="1"/>
        </p:nvSpPr>
        <p:spPr>
          <a:xfrm>
            <a:off x="683288" y="6259010"/>
            <a:ext cx="5488912" cy="430887"/>
          </a:xfrm>
          <a:prstGeom prst="rect">
            <a:avLst/>
          </a:prstGeom>
          <a:noFill/>
        </p:spPr>
        <p:txBody>
          <a:bodyPr wrap="square" lIns="0" tIns="0" rIns="0" bIns="0">
            <a:spAutoFit/>
          </a:bodyPr>
          <a:lstStyle/>
          <a:p>
            <a:pPr marL="0" marR="0" lvl="1" indent="0" algn="l" defTabSz="412750" rtl="0" eaLnBrk="1" fontAlgn="auto" latinLnBrk="0" hangingPunct="1">
              <a:lnSpc>
                <a:spcPct val="100000"/>
              </a:lnSpc>
              <a:spcBef>
                <a:spcPts val="0"/>
              </a:spcBef>
              <a:spcAft>
                <a:spcPts val="600"/>
              </a:spcAft>
              <a:buClrTx/>
              <a:buSzTx/>
              <a:buFont typeface="Xfinity Brown" panose="02010504010101010104" pitchFamily="50" charset="0"/>
              <a:buNone/>
              <a:tabLst/>
              <a:defRPr/>
            </a:pPr>
            <a:r>
              <a:rPr lang="en-US" sz="2800" b="0" kern="0">
                <a:solidFill>
                  <a:schemeClr val="tx1"/>
                </a:solidFill>
                <a:latin typeface="+mj-lt"/>
                <a:cs typeface="Xfinity Brown"/>
              </a:rPr>
              <a:t>Feedback</a:t>
            </a:r>
            <a:endParaRPr kumimoji="0" lang="en-US" sz="2800" b="0" i="0" u="none" strike="noStrike" kern="0" cap="none" spc="0" normalizeH="0" baseline="0" noProof="0">
              <a:ln>
                <a:noFill/>
              </a:ln>
              <a:solidFill>
                <a:schemeClr val="tx1"/>
              </a:solidFill>
              <a:effectLst/>
              <a:uLnTx/>
              <a:uFillTx/>
              <a:latin typeface="+mj-lt"/>
              <a:ea typeface="Xfinity Brown" panose="02010504010101010104" pitchFamily="50" charset="0"/>
              <a:cs typeface="Xfinity Brown"/>
              <a:sym typeface="Xfinity Brown" panose="02010504010101010104" pitchFamily="50" charset="0"/>
            </a:endParaRPr>
          </a:p>
        </p:txBody>
      </p:sp>
      <p:sp>
        <p:nvSpPr>
          <p:cNvPr id="15" name="Text Placeholder 5">
            <a:extLst>
              <a:ext uri="{FF2B5EF4-FFF2-40B4-BE49-F238E27FC236}">
                <a16:creationId xmlns:a16="http://schemas.microsoft.com/office/drawing/2014/main" id="{B581CCD5-E450-FE34-9C75-21BCFC792AA0}"/>
              </a:ext>
            </a:extLst>
          </p:cNvPr>
          <p:cNvSpPr>
            <a:spLocks noGrp="1"/>
          </p:cNvSpPr>
          <p:nvPr>
            <p:ph type="body" sz="quarter" idx="29" hasCustomPrompt="1"/>
          </p:nvPr>
        </p:nvSpPr>
        <p:spPr>
          <a:xfrm>
            <a:off x="685800" y="6833365"/>
            <a:ext cx="5488912" cy="1303755"/>
          </a:xfrm>
          <a:prstGeom prst="rect">
            <a:avLst/>
          </a:prstGeom>
        </p:spPr>
        <p:txBody>
          <a:bodyPr lIns="0" tIns="0" rIns="0" bIns="0">
            <a:spAutoFit/>
          </a:bodyPr>
          <a:lstStyle>
            <a:lvl1pPr algn="l">
              <a:lnSpc>
                <a:spcPct val="120000"/>
              </a:lnSpc>
              <a:spcBef>
                <a:spcPts val="600"/>
              </a:spcBef>
              <a:defRPr sz="1800" b="0" i="0">
                <a:latin typeface="Xfinity Brown Light" panose="02010404010101010103" pitchFamily="2" charset="77"/>
                <a:cs typeface="Xfinity Brown Light" panose="02010404010101010103" pitchFamily="2" charset="77"/>
              </a:defRPr>
            </a:lvl1pPr>
            <a:lvl2pPr marL="0" indent="0" algn="l">
              <a:lnSpc>
                <a:spcPct val="100000"/>
              </a:lnSpc>
              <a:spcBef>
                <a:spcPts val="100"/>
              </a:spcBef>
              <a:buFont typeface="Arial" panose="020B0604020202020204" pitchFamily="34" charset="0"/>
              <a:buNone/>
              <a:defRPr sz="1800" b="0" i="0">
                <a:latin typeface="+mn-lt"/>
                <a:cs typeface="Xfinity Brown Light" panose="02010404010101010103" pitchFamily="2" charset="77"/>
              </a:defRPr>
            </a:lvl2pPr>
            <a:lvl3pPr marL="560070" indent="-285750" algn="l">
              <a:lnSpc>
                <a:spcPct val="120000"/>
              </a:lnSpc>
              <a:spcBef>
                <a:spcPts val="600"/>
              </a:spcBef>
              <a:buFont typeface="Xfinity Brown" panose="02010504010101010104" pitchFamily="50" charset="0"/>
              <a:buChar char="–"/>
              <a:defRPr sz="1800" b="0" i="0">
                <a:latin typeface="Xfinity Brown Light" panose="02010404010101010103" pitchFamily="2" charset="77"/>
                <a:cs typeface="Xfinity Brown Light" panose="02010404010101010103" pitchFamily="2" charset="77"/>
              </a:defRPr>
            </a:lvl3pPr>
            <a:lvl4pPr marL="834390" indent="-285750" algn="l">
              <a:lnSpc>
                <a:spcPct val="120000"/>
              </a:lnSpc>
              <a:spcBef>
                <a:spcPts val="600"/>
              </a:spcBef>
              <a:buFont typeface="Xfinity Brown" panose="02010504010101010104" pitchFamily="50" charset="0"/>
              <a:buChar char="o"/>
              <a:defRPr sz="1800" b="0" i="0">
                <a:latin typeface="Xfinity Brown Light" panose="02010404010101010103" pitchFamily="2" charset="77"/>
                <a:cs typeface="Xfinity Brown Light" panose="02010404010101010103" pitchFamily="2" charset="77"/>
              </a:defRPr>
            </a:lvl4pPr>
            <a:lvl5pPr marL="1108710" indent="-285750" algn="l">
              <a:lnSpc>
                <a:spcPct val="120000"/>
              </a:lnSpc>
              <a:spcBef>
                <a:spcPts val="600"/>
              </a:spcBef>
              <a:buFont typeface="Xfinity Brown" panose="02010504010101010104" pitchFamily="50" charset="0"/>
              <a:buChar char="–"/>
              <a:defRPr lang="en-US" sz="1800" b="0" i="0" u="none" strike="noStrike" cap="none" spc="0" baseline="0" dirty="0">
                <a:solidFill>
                  <a:srgbClr val="000000"/>
                </a:solidFill>
                <a:uFillTx/>
                <a:latin typeface="Xfinity Brown Light" panose="02010404010101010103" pitchFamily="2" charset="77"/>
                <a:ea typeface="Xfinity Brown" panose="02010504010101010104" pitchFamily="50" charset="0"/>
                <a:cs typeface="Xfinity Brown Light" panose="02010404010101010103" pitchFamily="2" charset="77"/>
                <a:sym typeface="Xfinity Brown" panose="02010504010101010104" pitchFamily="50" charset="0"/>
              </a:defRPr>
            </a:lvl5pPr>
          </a:lstStyle>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Lorem ipsum dolor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consectetur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adipiscing</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elit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do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eiusmod</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incididunt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labore et dolore magna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Eu mi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bibendum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neque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egestas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Odio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orci</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dapibus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a:t>
            </a:r>
          </a:p>
        </p:txBody>
      </p:sp>
      <p:sp>
        <p:nvSpPr>
          <p:cNvPr id="16" name="Text Placeholder 5">
            <a:extLst>
              <a:ext uri="{FF2B5EF4-FFF2-40B4-BE49-F238E27FC236}">
                <a16:creationId xmlns:a16="http://schemas.microsoft.com/office/drawing/2014/main" id="{2F44365B-7D56-0D22-392B-3E67C420E28B}"/>
              </a:ext>
            </a:extLst>
          </p:cNvPr>
          <p:cNvSpPr>
            <a:spLocks noGrp="1"/>
          </p:cNvSpPr>
          <p:nvPr>
            <p:ph type="body" sz="quarter" idx="30" hasCustomPrompt="1"/>
          </p:nvPr>
        </p:nvSpPr>
        <p:spPr>
          <a:xfrm>
            <a:off x="7827038" y="3619010"/>
            <a:ext cx="5488912" cy="1303755"/>
          </a:xfrm>
          <a:prstGeom prst="rect">
            <a:avLst/>
          </a:prstGeom>
        </p:spPr>
        <p:txBody>
          <a:bodyPr lIns="0" tIns="0" rIns="0" bIns="0">
            <a:spAutoFit/>
          </a:bodyPr>
          <a:lstStyle>
            <a:lvl1pPr algn="l">
              <a:lnSpc>
                <a:spcPct val="120000"/>
              </a:lnSpc>
              <a:spcBef>
                <a:spcPts val="600"/>
              </a:spcBef>
              <a:defRPr sz="1800" b="0" i="0">
                <a:latin typeface="Xfinity Brown Light" panose="02010404010101010103" pitchFamily="2" charset="77"/>
                <a:cs typeface="Xfinity Brown Light" panose="02010404010101010103" pitchFamily="2" charset="77"/>
              </a:defRPr>
            </a:lvl1pPr>
            <a:lvl2pPr marL="0" indent="0" algn="l">
              <a:lnSpc>
                <a:spcPct val="100000"/>
              </a:lnSpc>
              <a:spcBef>
                <a:spcPts val="100"/>
              </a:spcBef>
              <a:buFont typeface="Arial" panose="020B0604020202020204" pitchFamily="34" charset="0"/>
              <a:buNone/>
              <a:defRPr sz="1800" b="0" i="0">
                <a:latin typeface="+mn-lt"/>
                <a:cs typeface="Xfinity Brown Light" panose="02010404010101010103" pitchFamily="2" charset="77"/>
              </a:defRPr>
            </a:lvl2pPr>
            <a:lvl3pPr marL="560070" indent="-285750" algn="l">
              <a:lnSpc>
                <a:spcPct val="120000"/>
              </a:lnSpc>
              <a:spcBef>
                <a:spcPts val="600"/>
              </a:spcBef>
              <a:buFont typeface="Xfinity Brown" panose="02010504010101010104" pitchFamily="50" charset="0"/>
              <a:buChar char="–"/>
              <a:defRPr sz="1800" b="0" i="0">
                <a:latin typeface="Xfinity Brown Light" panose="02010404010101010103" pitchFamily="2" charset="77"/>
                <a:cs typeface="Xfinity Brown Light" panose="02010404010101010103" pitchFamily="2" charset="77"/>
              </a:defRPr>
            </a:lvl3pPr>
            <a:lvl4pPr marL="834390" indent="-285750" algn="l">
              <a:lnSpc>
                <a:spcPct val="120000"/>
              </a:lnSpc>
              <a:spcBef>
                <a:spcPts val="600"/>
              </a:spcBef>
              <a:buFont typeface="Xfinity Brown" panose="02010504010101010104" pitchFamily="50" charset="0"/>
              <a:buChar char="o"/>
              <a:defRPr sz="1800" b="0" i="0">
                <a:latin typeface="Xfinity Brown Light" panose="02010404010101010103" pitchFamily="2" charset="77"/>
                <a:cs typeface="Xfinity Brown Light" panose="02010404010101010103" pitchFamily="2" charset="77"/>
              </a:defRPr>
            </a:lvl4pPr>
            <a:lvl5pPr marL="1108710" indent="-285750" algn="l">
              <a:lnSpc>
                <a:spcPct val="120000"/>
              </a:lnSpc>
              <a:spcBef>
                <a:spcPts val="600"/>
              </a:spcBef>
              <a:buFont typeface="Xfinity Brown" panose="02010504010101010104" pitchFamily="50" charset="0"/>
              <a:buChar char="–"/>
              <a:defRPr lang="en-US" sz="1800" b="0" i="0" u="none" strike="noStrike" cap="none" spc="0" baseline="0" dirty="0">
                <a:solidFill>
                  <a:srgbClr val="000000"/>
                </a:solidFill>
                <a:uFillTx/>
                <a:latin typeface="Xfinity Brown Light" panose="02010404010101010103" pitchFamily="2" charset="77"/>
                <a:ea typeface="Xfinity Brown" panose="02010504010101010104" pitchFamily="50" charset="0"/>
                <a:cs typeface="Xfinity Brown Light" panose="02010404010101010103" pitchFamily="2" charset="77"/>
                <a:sym typeface="Xfinity Brown" panose="02010504010101010104" pitchFamily="50" charset="0"/>
              </a:defRPr>
            </a:lvl5pPr>
          </a:lstStyle>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Lorem ipsum dolor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consectetur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adipiscing</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elit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do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eiusmod</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incididunt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labore et dolore magna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Eu mi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bibendum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neque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egestas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Odio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orci</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dapibus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a:t>
            </a:r>
          </a:p>
        </p:txBody>
      </p:sp>
      <p:sp>
        <p:nvSpPr>
          <p:cNvPr id="17" name="TextBox 16">
            <a:extLst>
              <a:ext uri="{FF2B5EF4-FFF2-40B4-BE49-F238E27FC236}">
                <a16:creationId xmlns:a16="http://schemas.microsoft.com/office/drawing/2014/main" id="{8969B8DF-8355-0E79-7953-2D1FF1AF0947}"/>
              </a:ext>
            </a:extLst>
          </p:cNvPr>
          <p:cNvSpPr txBox="1"/>
          <p:nvPr userDrawn="1"/>
        </p:nvSpPr>
        <p:spPr>
          <a:xfrm>
            <a:off x="7824526" y="3044751"/>
            <a:ext cx="5488912" cy="430887"/>
          </a:xfrm>
          <a:prstGeom prst="rect">
            <a:avLst/>
          </a:prstGeom>
          <a:noFill/>
        </p:spPr>
        <p:txBody>
          <a:bodyPr wrap="square" lIns="0" tIns="0" rIns="0" bIns="0">
            <a:spAutoFit/>
          </a:bodyPr>
          <a:lstStyle/>
          <a:p>
            <a:pPr marL="0" marR="0" lvl="1" indent="0" algn="l" defTabSz="412750" rtl="0" eaLnBrk="1" fontAlgn="auto" latinLnBrk="0" hangingPunct="1">
              <a:lnSpc>
                <a:spcPct val="100000"/>
              </a:lnSpc>
              <a:spcBef>
                <a:spcPts val="0"/>
              </a:spcBef>
              <a:spcAft>
                <a:spcPts val="600"/>
              </a:spcAft>
              <a:buClrTx/>
              <a:buSzTx/>
              <a:buFont typeface="Xfinity Brown" panose="02010504010101010104" pitchFamily="50" charset="0"/>
              <a:buNone/>
              <a:tabLst/>
              <a:defRPr/>
            </a:pPr>
            <a:r>
              <a:rPr lang="en-US" sz="2800" b="0" kern="0">
                <a:solidFill>
                  <a:schemeClr val="tx1"/>
                </a:solidFill>
                <a:latin typeface="+mj-lt"/>
                <a:cs typeface="Xfinity Brown"/>
              </a:rPr>
              <a:t>Reference Docs</a:t>
            </a:r>
            <a:endParaRPr kumimoji="0" lang="en-US" sz="2800" b="0" i="0" u="none" strike="noStrike" kern="0" cap="none" spc="0" normalizeH="0" baseline="0" noProof="0">
              <a:ln>
                <a:noFill/>
              </a:ln>
              <a:solidFill>
                <a:schemeClr val="tx1"/>
              </a:solidFill>
              <a:effectLst/>
              <a:uLnTx/>
              <a:uFillTx/>
              <a:latin typeface="+mj-lt"/>
              <a:ea typeface="Xfinity Brown" panose="02010504010101010104" pitchFamily="50" charset="0"/>
              <a:cs typeface="Xfinity Brown"/>
              <a:sym typeface="Xfinity Brown" panose="02010504010101010104" pitchFamily="50" charset="0"/>
            </a:endParaRPr>
          </a:p>
        </p:txBody>
      </p:sp>
      <p:sp>
        <p:nvSpPr>
          <p:cNvPr id="18" name="TextBox 17">
            <a:extLst>
              <a:ext uri="{FF2B5EF4-FFF2-40B4-BE49-F238E27FC236}">
                <a16:creationId xmlns:a16="http://schemas.microsoft.com/office/drawing/2014/main" id="{DE0E813D-FB69-8D0C-1727-950F6EC12A82}"/>
              </a:ext>
            </a:extLst>
          </p:cNvPr>
          <p:cNvSpPr txBox="1"/>
          <p:nvPr userDrawn="1"/>
        </p:nvSpPr>
        <p:spPr>
          <a:xfrm>
            <a:off x="7824526" y="6259010"/>
            <a:ext cx="5488912" cy="430887"/>
          </a:xfrm>
          <a:prstGeom prst="rect">
            <a:avLst/>
          </a:prstGeom>
          <a:noFill/>
        </p:spPr>
        <p:txBody>
          <a:bodyPr wrap="square" lIns="0" tIns="0" rIns="0" bIns="0">
            <a:spAutoFit/>
          </a:bodyPr>
          <a:lstStyle/>
          <a:p>
            <a:pPr marL="0" marR="0" lvl="1" indent="0" algn="l" defTabSz="412750" rtl="0" eaLnBrk="1" fontAlgn="auto" latinLnBrk="0" hangingPunct="1">
              <a:lnSpc>
                <a:spcPct val="100000"/>
              </a:lnSpc>
              <a:spcBef>
                <a:spcPts val="0"/>
              </a:spcBef>
              <a:spcAft>
                <a:spcPts val="600"/>
              </a:spcAft>
              <a:buClrTx/>
              <a:buSzTx/>
              <a:buFont typeface="Xfinity Brown" panose="02010504010101010104" pitchFamily="50" charset="0"/>
              <a:buNone/>
              <a:tabLst/>
              <a:defRPr/>
            </a:pPr>
            <a:r>
              <a:rPr lang="en-US" sz="2800" b="0" kern="0">
                <a:solidFill>
                  <a:schemeClr val="tx1"/>
                </a:solidFill>
                <a:latin typeface="+mj-lt"/>
                <a:cs typeface="Xfinity Brown"/>
              </a:rPr>
              <a:t>Revisions Made</a:t>
            </a:r>
            <a:endParaRPr kumimoji="0" lang="en-US" sz="2800" b="0" i="0" u="none" strike="noStrike" kern="0" cap="none" spc="0" normalizeH="0" baseline="0" noProof="0">
              <a:ln>
                <a:noFill/>
              </a:ln>
              <a:solidFill>
                <a:schemeClr val="tx1"/>
              </a:solidFill>
              <a:effectLst/>
              <a:uLnTx/>
              <a:uFillTx/>
              <a:latin typeface="+mj-lt"/>
              <a:ea typeface="Xfinity Brown" panose="02010504010101010104" pitchFamily="50" charset="0"/>
              <a:cs typeface="Xfinity Brown"/>
              <a:sym typeface="Xfinity Brown" panose="02010504010101010104" pitchFamily="50" charset="0"/>
            </a:endParaRPr>
          </a:p>
        </p:txBody>
      </p:sp>
      <p:sp>
        <p:nvSpPr>
          <p:cNvPr id="19" name="Text Placeholder 5">
            <a:extLst>
              <a:ext uri="{FF2B5EF4-FFF2-40B4-BE49-F238E27FC236}">
                <a16:creationId xmlns:a16="http://schemas.microsoft.com/office/drawing/2014/main" id="{F13492C0-DCC2-EF29-6CEB-4C9F8A49B1B2}"/>
              </a:ext>
            </a:extLst>
          </p:cNvPr>
          <p:cNvSpPr>
            <a:spLocks noGrp="1"/>
          </p:cNvSpPr>
          <p:nvPr>
            <p:ph type="body" sz="quarter" idx="31" hasCustomPrompt="1"/>
          </p:nvPr>
        </p:nvSpPr>
        <p:spPr>
          <a:xfrm>
            <a:off x="7827038" y="6833365"/>
            <a:ext cx="5488912" cy="1534587"/>
          </a:xfrm>
          <a:prstGeom prst="rect">
            <a:avLst/>
          </a:prstGeom>
        </p:spPr>
        <p:txBody>
          <a:bodyPr lIns="0" tIns="0" rIns="0" bIns="0">
            <a:spAutoFit/>
          </a:bodyPr>
          <a:lstStyle>
            <a:lvl1pPr algn="l">
              <a:lnSpc>
                <a:spcPct val="120000"/>
              </a:lnSpc>
              <a:spcBef>
                <a:spcPts val="600"/>
              </a:spcBef>
              <a:defRPr sz="1800" b="0" i="0">
                <a:latin typeface="Xfinity Brown Light" panose="02010404010101010103" pitchFamily="2" charset="77"/>
                <a:cs typeface="Xfinity Brown Light" panose="02010404010101010103" pitchFamily="2" charset="77"/>
              </a:defRPr>
            </a:lvl1pPr>
            <a:lvl2pPr marL="0" indent="0" algn="l">
              <a:spcBef>
                <a:spcPts val="0"/>
              </a:spcBef>
              <a:buFont typeface="Arial" panose="020B0604020202020204" pitchFamily="34" charset="0"/>
              <a:buChar char="•"/>
              <a:defRPr sz="1800" b="0" i="0">
                <a:latin typeface="+mn-lt"/>
                <a:cs typeface="Xfinity Brown Light" panose="02010404010101010103" pitchFamily="2" charset="77"/>
              </a:defRPr>
            </a:lvl2pPr>
            <a:lvl3pPr marL="560070" indent="-285750" algn="l">
              <a:lnSpc>
                <a:spcPct val="120000"/>
              </a:lnSpc>
              <a:spcBef>
                <a:spcPts val="600"/>
              </a:spcBef>
              <a:buFont typeface="Xfinity Brown" panose="02010504010101010104" pitchFamily="50" charset="0"/>
              <a:buChar char="–"/>
              <a:defRPr sz="1800" b="0" i="0">
                <a:latin typeface="Xfinity Brown Light" panose="02010404010101010103" pitchFamily="2" charset="77"/>
                <a:cs typeface="Xfinity Brown Light" panose="02010404010101010103" pitchFamily="2" charset="77"/>
              </a:defRPr>
            </a:lvl3pPr>
            <a:lvl4pPr marL="834390" indent="-285750" algn="l">
              <a:lnSpc>
                <a:spcPct val="120000"/>
              </a:lnSpc>
              <a:spcBef>
                <a:spcPts val="600"/>
              </a:spcBef>
              <a:buFont typeface="Xfinity Brown" panose="02010504010101010104" pitchFamily="50" charset="0"/>
              <a:buChar char="o"/>
              <a:defRPr sz="1800" b="0" i="0">
                <a:latin typeface="Xfinity Brown Light" panose="02010404010101010103" pitchFamily="2" charset="77"/>
                <a:cs typeface="Xfinity Brown Light" panose="02010404010101010103" pitchFamily="2" charset="77"/>
              </a:defRPr>
            </a:lvl4pPr>
            <a:lvl5pPr marL="1108710" indent="-285750" algn="l">
              <a:lnSpc>
                <a:spcPct val="120000"/>
              </a:lnSpc>
              <a:spcBef>
                <a:spcPts val="600"/>
              </a:spcBef>
              <a:buFont typeface="Xfinity Brown" panose="02010504010101010104" pitchFamily="50" charset="0"/>
              <a:buChar char="–"/>
              <a:defRPr lang="en-US" sz="1800" b="0" i="0" u="none" strike="noStrike" cap="none" spc="0" baseline="0" dirty="0">
                <a:solidFill>
                  <a:srgbClr val="000000"/>
                </a:solidFill>
                <a:uFillTx/>
                <a:latin typeface="Xfinity Brown Light" panose="02010404010101010103" pitchFamily="2" charset="77"/>
                <a:ea typeface="Xfinity Brown" panose="02010504010101010104" pitchFamily="50" charset="0"/>
                <a:cs typeface="Xfinity Brown Light" panose="02010404010101010103" pitchFamily="2" charset="77"/>
                <a:sym typeface="Xfinity Brown" panose="02010504010101010104" pitchFamily="50" charset="0"/>
              </a:defRPr>
            </a:lvl5pPr>
          </a:lstStyle>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p:txBody>
      </p:sp>
      <p:sp>
        <p:nvSpPr>
          <p:cNvPr id="5" name="Text Placeholder 8">
            <a:extLst>
              <a:ext uri="{FF2B5EF4-FFF2-40B4-BE49-F238E27FC236}">
                <a16:creationId xmlns:a16="http://schemas.microsoft.com/office/drawing/2014/main" id="{7E875B12-8795-3AE4-2E44-97EA081FB4BA}"/>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9" name="Text Placeholder 6">
            <a:extLst>
              <a:ext uri="{FF2B5EF4-FFF2-40B4-BE49-F238E27FC236}">
                <a16:creationId xmlns:a16="http://schemas.microsoft.com/office/drawing/2014/main" id="{DC6B028B-BF4F-F1C5-0427-6B126D48920B}"/>
              </a:ext>
            </a:extLst>
          </p:cNvPr>
          <p:cNvSpPr>
            <a:spLocks noGrp="1"/>
          </p:cNvSpPr>
          <p:nvPr>
            <p:ph type="body" sz="quarter" idx="14" hasCustomPrompt="1"/>
          </p:nvPr>
        </p:nvSpPr>
        <p:spPr>
          <a:xfrm>
            <a:off x="685800" y="984379"/>
            <a:ext cx="14058900" cy="886397"/>
          </a:xfrm>
        </p:spPr>
        <p:txBody>
          <a:bodyPr wrap="square" lIns="0" tIns="0" rIns="0" bIns="0">
            <a:spAutoFit/>
          </a:bodyPr>
          <a:lstStyle>
            <a:lvl1pPr marL="0" indent="0">
              <a:spcBef>
                <a:spcPts val="0"/>
              </a:spcBef>
              <a:buNone/>
              <a:defRPr sz="3200" spc="-150">
                <a:latin typeface="+mj-lt"/>
              </a:defRPr>
            </a:lvl1pPr>
          </a:lstStyle>
          <a:p>
            <a:pPr lvl="0"/>
            <a:r>
              <a:rPr lang="en-US"/>
              <a:t>This is a slide title. Tracking set to ‘tight’. </a:t>
            </a:r>
            <a:br>
              <a:rPr lang="en-US"/>
            </a:br>
            <a:r>
              <a:rPr lang="en-US"/>
              <a:t>It shouldn’t exceed two lines.</a:t>
            </a:r>
          </a:p>
        </p:txBody>
      </p:sp>
      <p:sp>
        <p:nvSpPr>
          <p:cNvPr id="2" name="Slide Number">
            <a:extLst>
              <a:ext uri="{FF2B5EF4-FFF2-40B4-BE49-F238E27FC236}">
                <a16:creationId xmlns:a16="http://schemas.microsoft.com/office/drawing/2014/main" id="{1828B3E3-6B20-8F52-5CD8-3C2A057A68DD}"/>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4" name="Slide Number">
            <a:extLst>
              <a:ext uri="{FF2B5EF4-FFF2-40B4-BE49-F238E27FC236}">
                <a16:creationId xmlns:a16="http://schemas.microsoft.com/office/drawing/2014/main" id="{CC48AE91-E253-098F-28A7-B8EA79308B55}"/>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7" name="Graphic 6">
            <a:extLst>
              <a:ext uri="{FF2B5EF4-FFF2-40B4-BE49-F238E27FC236}">
                <a16:creationId xmlns:a16="http://schemas.microsoft.com/office/drawing/2014/main" id="{4C62D42C-5364-AD07-EF2C-1C79A2F99D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1945133131"/>
      </p:ext>
    </p:extLst>
  </p:cSld>
  <p:clrMapOvr>
    <a:overrideClrMapping bg1="lt1" tx1="dk1" bg2="lt2" tx2="dk2" accent1="accent1" accent2="accent2" accent3="accent3" accent4="accent4" accent5="accent5" accent6="accent6" hlink="hlink" folHlink="folHlink"/>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_Alt B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8">
            <a:extLst>
              <a:ext uri="{FF2B5EF4-FFF2-40B4-BE49-F238E27FC236}">
                <a16:creationId xmlns:a16="http://schemas.microsoft.com/office/drawing/2014/main" id="{9ECACF50-A47A-0F84-5E61-19F4CFE643D3}"/>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7" name="Text Placeholder 6">
            <a:extLst>
              <a:ext uri="{FF2B5EF4-FFF2-40B4-BE49-F238E27FC236}">
                <a16:creationId xmlns:a16="http://schemas.microsoft.com/office/drawing/2014/main" id="{70035BB0-5391-51E1-F557-582C527B81C4}"/>
              </a:ext>
            </a:extLst>
          </p:cNvPr>
          <p:cNvSpPr>
            <a:spLocks noGrp="1"/>
          </p:cNvSpPr>
          <p:nvPr>
            <p:ph type="body" sz="quarter" idx="14" hasCustomPrompt="1"/>
          </p:nvPr>
        </p:nvSpPr>
        <p:spPr>
          <a:xfrm>
            <a:off x="685800" y="984379"/>
            <a:ext cx="14058900" cy="886397"/>
          </a:xfrm>
        </p:spPr>
        <p:txBody>
          <a:bodyPr wrap="square" lIns="0" tIns="0" rIns="0" bIns="0">
            <a:spAutoFit/>
          </a:bodyPr>
          <a:lstStyle>
            <a:lvl1pPr marL="0" indent="0">
              <a:spcBef>
                <a:spcPts val="0"/>
              </a:spcBef>
              <a:buNone/>
              <a:defRPr sz="3200" spc="-150">
                <a:latin typeface="+mj-lt"/>
              </a:defRPr>
            </a:lvl1pPr>
          </a:lstStyle>
          <a:p>
            <a:pPr lvl="0"/>
            <a:r>
              <a:rPr lang="en-US"/>
              <a:t>This is a slide title. Tracking set to ‘tight’. </a:t>
            </a:r>
            <a:br>
              <a:rPr lang="en-US"/>
            </a:br>
            <a:r>
              <a:rPr lang="en-US"/>
              <a:t>It shouldn’t exceed two lines.</a:t>
            </a:r>
          </a:p>
        </p:txBody>
      </p:sp>
      <p:sp>
        <p:nvSpPr>
          <p:cNvPr id="2" name="Slide Number">
            <a:extLst>
              <a:ext uri="{FF2B5EF4-FFF2-40B4-BE49-F238E27FC236}">
                <a16:creationId xmlns:a16="http://schemas.microsoft.com/office/drawing/2014/main" id="{622D16B1-0F43-E3C7-998D-7757022F100F}"/>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4" name="Slide Number">
            <a:extLst>
              <a:ext uri="{FF2B5EF4-FFF2-40B4-BE49-F238E27FC236}">
                <a16:creationId xmlns:a16="http://schemas.microsoft.com/office/drawing/2014/main" id="{06F6EF12-7DBD-BC58-C2D2-B4DC01D10BFF}"/>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sp>
        <p:nvSpPr>
          <p:cNvPr id="9" name="Text Placeholder 11">
            <a:extLst>
              <a:ext uri="{FF2B5EF4-FFF2-40B4-BE49-F238E27FC236}">
                <a16:creationId xmlns:a16="http://schemas.microsoft.com/office/drawing/2014/main" id="{305F360B-8F9B-2450-17B9-A15AD0589903}"/>
              </a:ext>
            </a:extLst>
          </p:cNvPr>
          <p:cNvSpPr>
            <a:spLocks noGrp="1"/>
          </p:cNvSpPr>
          <p:nvPr>
            <p:ph type="body" sz="quarter" idx="28" hasCustomPrompt="1"/>
          </p:nvPr>
        </p:nvSpPr>
        <p:spPr>
          <a:xfrm>
            <a:off x="685800" y="2450380"/>
            <a:ext cx="8343900" cy="2646878"/>
          </a:xfrm>
        </p:spPr>
        <p:txBody>
          <a:bodyPr lIns="0" tIns="0" rIns="0" bIns="0">
            <a:spAutoFit/>
          </a:bodyPr>
          <a:lstStyle>
            <a:lvl1pPr marL="285750" indent="-285750">
              <a:lnSpc>
                <a:spcPct val="100000"/>
              </a:lnSpc>
              <a:spcBef>
                <a:spcPts val="600"/>
              </a:spcBef>
              <a:buFont typeface="Arial" panose="020B0604020202020204" pitchFamily="34" charset="0"/>
              <a:buChar char="•"/>
              <a:defRPr sz="1800"/>
            </a:lvl1pPr>
          </a:lstStyle>
          <a:p>
            <a:pPr lvl="0"/>
            <a:r>
              <a:rPr lang="en-US"/>
              <a:t>This is body copy set in Xfinity Brown. It should 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r>
              <a:rPr lang="en-US" err="1"/>
              <a:t>congue</a:t>
            </a:r>
            <a:r>
              <a:rPr lang="en-US"/>
              <a:t>. </a:t>
            </a:r>
          </a:p>
          <a:p>
            <a:pPr lvl="0"/>
            <a:r>
              <a:rPr lang="en-US"/>
              <a:t>Bullet</a:t>
            </a:r>
          </a:p>
        </p:txBody>
      </p:sp>
      <p:pic>
        <p:nvPicPr>
          <p:cNvPr id="5" name="Graphic 4">
            <a:extLst>
              <a:ext uri="{FF2B5EF4-FFF2-40B4-BE49-F238E27FC236}">
                <a16:creationId xmlns:a16="http://schemas.microsoft.com/office/drawing/2014/main" id="{79DB3C70-9847-4078-00DE-6E0B17204EA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407989132"/>
      </p:ext>
    </p:extLst>
  </p:cSld>
  <p:clrMapOvr>
    <a:overrideClrMapping bg1="lt1" tx1="dk1" bg2="lt2" tx2="dk2" accent1="accent1" accent2="accent2" accent3="accent3" accent4="accent4" accent5="accent5" accent6="accent6" hlink="hlink" folHlink="folHlink"/>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lumn Slide">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F343C3F-0B31-0043-8DED-28018FD60043}"/>
              </a:ext>
            </a:extLst>
          </p:cNvPr>
          <p:cNvSpPr>
            <a:spLocks noGrp="1"/>
          </p:cNvSpPr>
          <p:nvPr>
            <p:ph type="title" hasCustomPrompt="1"/>
          </p:nvPr>
        </p:nvSpPr>
        <p:spPr>
          <a:xfrm>
            <a:off x="685798" y="987552"/>
            <a:ext cx="16234370" cy="886397"/>
          </a:xfrm>
          <a:prstGeom prst="rect">
            <a:avLst/>
          </a:prstGeom>
        </p:spPr>
        <p:txBody>
          <a:bodyPr lIns="0" tIns="0" rIns="0" bIns="0" anchor="t">
            <a:spAutoFit/>
          </a:bodyPr>
          <a:lstStyle>
            <a:lvl1pPr marL="0" marR="0" indent="0" algn="l" defTabSz="619125" rtl="0" latinLnBrk="0">
              <a:lnSpc>
                <a:spcPct val="90000"/>
              </a:lnSpc>
              <a:spcBef>
                <a:spcPts val="0"/>
              </a:spcBef>
              <a:spcAft>
                <a:spcPts val="0"/>
              </a:spcAft>
              <a:buClrTx/>
              <a:buSzTx/>
              <a:buFontTx/>
              <a:buNone/>
              <a:tabLst/>
              <a:defRPr lang="en-US" sz="3200" b="0" i="0" u="none" strike="noStrike" cap="none" spc="-150" baseline="0" dirty="0" smtClean="0">
                <a:solidFill>
                  <a:srgbClr val="000000"/>
                </a:solidFill>
                <a:uFillTx/>
                <a:latin typeface="+mj-lt"/>
                <a:ea typeface="Xfinity Brown"/>
                <a:cs typeface="Xfinity Brown"/>
                <a:sym typeface="Helvetica Neue"/>
              </a:defRPr>
            </a:lvl1pPr>
          </a:lstStyle>
          <a:p>
            <a:r>
              <a:rPr lang="en-US"/>
              <a:t>This is a slide title. Tracking set to ‘tight’. </a:t>
            </a:r>
            <a:br>
              <a:rPr lang="en-US"/>
            </a:br>
            <a:r>
              <a:rPr lang="en-US"/>
              <a:t>It shouldn’t exceed two lines.</a:t>
            </a:r>
          </a:p>
        </p:txBody>
      </p:sp>
      <p:sp>
        <p:nvSpPr>
          <p:cNvPr id="13" name="Text Placeholder 2">
            <a:extLst>
              <a:ext uri="{FF2B5EF4-FFF2-40B4-BE49-F238E27FC236}">
                <a16:creationId xmlns:a16="http://schemas.microsoft.com/office/drawing/2014/main" id="{9C0A0041-E178-904B-B6E5-268856FAD7ED}"/>
              </a:ext>
            </a:extLst>
          </p:cNvPr>
          <p:cNvSpPr>
            <a:spLocks noGrp="1"/>
          </p:cNvSpPr>
          <p:nvPr>
            <p:ph type="body" sz="quarter" idx="25" hasCustomPrompt="1"/>
          </p:nvPr>
        </p:nvSpPr>
        <p:spPr>
          <a:xfrm>
            <a:off x="685798" y="685800"/>
            <a:ext cx="16234370" cy="166199"/>
          </a:xfrm>
          <a:prstGeom prst="rect">
            <a:avLst/>
          </a:prstGeom>
        </p:spPr>
        <p:txBody>
          <a:bodyPr lIns="0" tIns="0" rIns="0" bIns="0" anchor="t">
            <a:spAutoFit/>
          </a:bodyPr>
          <a:lstStyle>
            <a:lvl1pPr marL="0" indent="0" algn="l">
              <a:buNone/>
              <a:defRPr lang="en-US" sz="1200" b="0" cap="all" spc="200" baseline="0" dirty="0">
                <a:solidFill>
                  <a:schemeClr val="tx1"/>
                </a:solidFill>
                <a:latin typeface="Xfinity Brown"/>
                <a:ea typeface="Xfinity Brown"/>
                <a:cs typeface="Xfinity Brown"/>
              </a:defRPr>
            </a:lvl1pPr>
          </a:lstStyle>
          <a:p>
            <a:pPr lvl="0" algn="l"/>
            <a:r>
              <a:rPr lang="en-US"/>
              <a:t>Description eyebrow</a:t>
            </a:r>
          </a:p>
        </p:txBody>
      </p:sp>
      <p:sp>
        <p:nvSpPr>
          <p:cNvPr id="17" name="Slide Number">
            <a:extLst>
              <a:ext uri="{FF2B5EF4-FFF2-40B4-BE49-F238E27FC236}">
                <a16:creationId xmlns:a16="http://schemas.microsoft.com/office/drawing/2014/main" id="{32A0DB52-A470-0340-B59F-D438865AFD0D}"/>
              </a:ext>
            </a:extLst>
          </p:cNvPr>
          <p:cNvSpPr txBox="1">
            <a:spLocks/>
          </p:cNvSpPr>
          <p:nvPr userDrawn="1"/>
        </p:nvSpPr>
        <p:spPr>
          <a:xfrm>
            <a:off x="16402050" y="9663198"/>
            <a:ext cx="1200150" cy="184666"/>
          </a:xfrm>
          <a:prstGeom prst="rect">
            <a:avLst/>
          </a:prstGeom>
        </p:spPr>
        <p:txBody>
          <a:bodyPr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21" name="Text Placeholder 5">
            <a:extLst>
              <a:ext uri="{FF2B5EF4-FFF2-40B4-BE49-F238E27FC236}">
                <a16:creationId xmlns:a16="http://schemas.microsoft.com/office/drawing/2014/main" id="{258D18E2-A226-F046-BB6F-02AB8806EECB}"/>
              </a:ext>
            </a:extLst>
          </p:cNvPr>
          <p:cNvSpPr>
            <a:spLocks noGrp="1"/>
          </p:cNvSpPr>
          <p:nvPr>
            <p:ph type="body" sz="quarter" idx="26" hasCustomPrompt="1"/>
          </p:nvPr>
        </p:nvSpPr>
        <p:spPr>
          <a:xfrm>
            <a:off x="685800" y="2454090"/>
            <a:ext cx="6915147" cy="3200876"/>
          </a:xfrm>
          <a:prstGeom prst="rect">
            <a:avLst/>
          </a:prstGeom>
        </p:spPr>
        <p:txBody>
          <a:bodyPr lIns="0" tIns="0" rIns="0" bIns="0">
            <a:spAutoFit/>
          </a:bodyPr>
          <a:lstStyle>
            <a:lvl1pPr marL="283464" indent="-283464" algn="l">
              <a:lnSpc>
                <a:spcPct val="100000"/>
              </a:lnSpc>
              <a:spcBef>
                <a:spcPts val="600"/>
              </a:spcBef>
              <a:defRPr sz="1800" b="0" i="0">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latin typeface="Xfinity Brown Light" panose="02010404010101010103" pitchFamily="2" charset="77"/>
                <a:cs typeface="Xfinity Brown Light" panose="02010404010101010103" pitchFamily="2" charset="77"/>
              </a:defRPr>
            </a:lvl4pPr>
            <a:lvl5pPr marL="1645920" indent="-411480" algn="l">
              <a:spcBef>
                <a:spcPts val="900"/>
              </a:spcBef>
              <a:buFont typeface="System Font Regular"/>
              <a:buChar char="–"/>
              <a:defRPr sz="1800" b="0" i="0">
                <a:latin typeface="Xfinity Brown Light" panose="02010404010101010103" pitchFamily="2" charset="77"/>
                <a:cs typeface="Xfinity Brown Light" panose="02010404010101010103" pitchFamily="2" charset="77"/>
              </a:defRPr>
            </a:lvl5pPr>
          </a:lstStyle>
          <a:p>
            <a:pPr lvl="0"/>
            <a:r>
              <a:rPr lang="en-US"/>
              <a:t>This is body copy set in Xfinity Brown. It should 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br>
              <a:rPr lang="en-US"/>
            </a:b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r>
              <a:rPr lang="en-US" err="1"/>
              <a:t>congue</a:t>
            </a:r>
            <a:r>
              <a:rPr lang="en-US"/>
              <a:t>. </a:t>
            </a:r>
          </a:p>
          <a:p>
            <a:pPr lvl="0"/>
            <a:r>
              <a:rPr lang="en-US"/>
              <a:t>Bullet</a:t>
            </a:r>
          </a:p>
        </p:txBody>
      </p:sp>
      <p:sp>
        <p:nvSpPr>
          <p:cNvPr id="22" name="Text Placeholder 5">
            <a:extLst>
              <a:ext uri="{FF2B5EF4-FFF2-40B4-BE49-F238E27FC236}">
                <a16:creationId xmlns:a16="http://schemas.microsoft.com/office/drawing/2014/main" id="{4419A683-EE38-0B4A-98C9-8C7A2C7CD0DA}"/>
              </a:ext>
            </a:extLst>
          </p:cNvPr>
          <p:cNvSpPr>
            <a:spLocks noGrp="1"/>
          </p:cNvSpPr>
          <p:nvPr>
            <p:ph type="body" sz="quarter" idx="31" hasCustomPrompt="1"/>
          </p:nvPr>
        </p:nvSpPr>
        <p:spPr>
          <a:xfrm>
            <a:off x="9258303" y="2454090"/>
            <a:ext cx="6915147" cy="3200876"/>
          </a:xfrm>
          <a:prstGeom prst="rect">
            <a:avLst/>
          </a:prstGeom>
        </p:spPr>
        <p:txBody>
          <a:bodyPr lIns="0" tIns="0" rIns="0" bIns="0">
            <a:spAutoFit/>
          </a:bodyPr>
          <a:lstStyle>
            <a:lvl1pPr marL="283464" indent="-283464" algn="l">
              <a:lnSpc>
                <a:spcPct val="100000"/>
              </a:lnSpc>
              <a:spcBef>
                <a:spcPts val="600"/>
              </a:spcBef>
              <a:defRPr sz="1800" b="0" i="0">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latin typeface="Xfinity Brown Light" panose="02010404010101010103" pitchFamily="2" charset="77"/>
                <a:cs typeface="Xfinity Brown Light" panose="02010404010101010103" pitchFamily="2" charset="77"/>
              </a:defRPr>
            </a:lvl4pPr>
            <a:lvl5pPr marL="1663065" indent="-428625" algn="l">
              <a:spcBef>
                <a:spcPts val="900"/>
              </a:spcBef>
              <a:buFont typeface="System Font Regular"/>
              <a:buChar char="–"/>
              <a:defRPr lang="en-US" sz="1800" b="0" i="0" u="none" strike="noStrike" cap="none" spc="0" baseline="0" dirty="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br>
              <a:rPr lang="en-US"/>
            </a:b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r>
              <a:rPr lang="en-US" err="1"/>
              <a:t>congue</a:t>
            </a:r>
            <a:r>
              <a:rPr lang="en-US"/>
              <a:t>. </a:t>
            </a:r>
          </a:p>
          <a:p>
            <a:pPr lvl="0"/>
            <a:r>
              <a:rPr lang="en-US"/>
              <a:t>Bullet</a:t>
            </a:r>
          </a:p>
        </p:txBody>
      </p:sp>
      <p:sp>
        <p:nvSpPr>
          <p:cNvPr id="4" name="Slide Number">
            <a:extLst>
              <a:ext uri="{FF2B5EF4-FFF2-40B4-BE49-F238E27FC236}">
                <a16:creationId xmlns:a16="http://schemas.microsoft.com/office/drawing/2014/main" id="{96BD804B-ADA3-D6B6-48DA-393D1DFE3579}"/>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3" name="Graphic 2">
            <a:extLst>
              <a:ext uri="{FF2B5EF4-FFF2-40B4-BE49-F238E27FC236}">
                <a16:creationId xmlns:a16="http://schemas.microsoft.com/office/drawing/2014/main" id="{A8FE0414-27D2-21E6-2320-8276CA5C82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3909733646"/>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Column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0D5C0DC-608B-8F45-851F-CB6933AD3382}"/>
              </a:ext>
            </a:extLst>
          </p:cNvPr>
          <p:cNvSpPr>
            <a:spLocks noGrp="1"/>
          </p:cNvSpPr>
          <p:nvPr>
            <p:ph type="title" hasCustomPrompt="1"/>
          </p:nvPr>
        </p:nvSpPr>
        <p:spPr>
          <a:xfrm>
            <a:off x="685800" y="987552"/>
            <a:ext cx="16234370" cy="886397"/>
          </a:xfrm>
          <a:prstGeom prst="rect">
            <a:avLst/>
          </a:prstGeom>
        </p:spPr>
        <p:txBody>
          <a:bodyPr lIns="0" tIns="0" rIns="0" bIns="0" anchor="t">
            <a:spAutoFit/>
          </a:bodyPr>
          <a:lstStyle>
            <a:lvl1pPr marL="0" marR="0" indent="0" algn="l" defTabSz="619125" rtl="0" latinLnBrk="0">
              <a:lnSpc>
                <a:spcPct val="90000"/>
              </a:lnSpc>
              <a:spcBef>
                <a:spcPts val="0"/>
              </a:spcBef>
              <a:spcAft>
                <a:spcPts val="0"/>
              </a:spcAft>
              <a:buClrTx/>
              <a:buSzTx/>
              <a:buFontTx/>
              <a:buNone/>
              <a:tabLst/>
              <a:defRPr lang="en-US" sz="3200" b="0" i="0" u="none" strike="noStrike" cap="none" spc="-150" baseline="0" dirty="0" smtClean="0">
                <a:solidFill>
                  <a:srgbClr val="000000"/>
                </a:solidFill>
                <a:uFillTx/>
                <a:latin typeface="+mj-lt"/>
                <a:ea typeface="Xfinity Brown"/>
                <a:cs typeface="Xfinity Brown"/>
                <a:sym typeface="Helvetica Neue"/>
              </a:defRPr>
            </a:lvl1pPr>
          </a:lstStyle>
          <a:p>
            <a:r>
              <a:rPr lang="en-US"/>
              <a:t>This is a slide title. Tracking set to ‘tight’. </a:t>
            </a:r>
            <a:br>
              <a:rPr lang="en-US"/>
            </a:br>
            <a:r>
              <a:rPr lang="en-US"/>
              <a:t>It shouldn’t exceed two lines.</a:t>
            </a:r>
          </a:p>
        </p:txBody>
      </p:sp>
      <p:sp>
        <p:nvSpPr>
          <p:cNvPr id="17" name="Text Placeholder 2">
            <a:extLst>
              <a:ext uri="{FF2B5EF4-FFF2-40B4-BE49-F238E27FC236}">
                <a16:creationId xmlns:a16="http://schemas.microsoft.com/office/drawing/2014/main" id="{B418CEA7-6514-1842-97DC-BB014C342FCD}"/>
              </a:ext>
            </a:extLst>
          </p:cNvPr>
          <p:cNvSpPr>
            <a:spLocks noGrp="1"/>
          </p:cNvSpPr>
          <p:nvPr>
            <p:ph type="body" sz="quarter" idx="25" hasCustomPrompt="1"/>
          </p:nvPr>
        </p:nvSpPr>
        <p:spPr>
          <a:xfrm>
            <a:off x="685800" y="685800"/>
            <a:ext cx="5486400" cy="166199"/>
          </a:xfrm>
          <a:prstGeom prst="rect">
            <a:avLst/>
          </a:prstGeom>
        </p:spPr>
        <p:txBody>
          <a:bodyPr wrap="square" lIns="0" tIns="0" rIns="0" bIns="0" anchor="t">
            <a:spAutoFit/>
          </a:bodyPr>
          <a:lstStyle>
            <a:lvl1pPr marL="0" indent="0" algn="l">
              <a:buNone/>
              <a:defRPr lang="en-US" sz="1200" b="0" cap="all" spc="200" baseline="0" dirty="0">
                <a:solidFill>
                  <a:schemeClr val="tx1"/>
                </a:solidFill>
                <a:latin typeface="Xfinity Brown"/>
                <a:ea typeface="Xfinity Brown"/>
                <a:cs typeface="Xfinity Brown"/>
              </a:defRPr>
            </a:lvl1pPr>
          </a:lstStyle>
          <a:p>
            <a:pPr lvl="0" algn="l"/>
            <a:r>
              <a:rPr lang="en-US"/>
              <a:t>Description Eyebrow</a:t>
            </a:r>
          </a:p>
        </p:txBody>
      </p:sp>
      <p:sp>
        <p:nvSpPr>
          <p:cNvPr id="20" name="Slide Number">
            <a:extLst>
              <a:ext uri="{FF2B5EF4-FFF2-40B4-BE49-F238E27FC236}">
                <a16:creationId xmlns:a16="http://schemas.microsoft.com/office/drawing/2014/main" id="{36DE2863-8058-214E-B2F7-D0736DB933FA}"/>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26" name="Text Placeholder 5">
            <a:extLst>
              <a:ext uri="{FF2B5EF4-FFF2-40B4-BE49-F238E27FC236}">
                <a16:creationId xmlns:a16="http://schemas.microsoft.com/office/drawing/2014/main" id="{1028B723-63E4-B14F-922A-32CA4D4526BA}"/>
              </a:ext>
            </a:extLst>
          </p:cNvPr>
          <p:cNvSpPr>
            <a:spLocks noGrp="1"/>
          </p:cNvSpPr>
          <p:nvPr>
            <p:ph type="body" sz="quarter" idx="26" hasCustomPrompt="1"/>
          </p:nvPr>
        </p:nvSpPr>
        <p:spPr>
          <a:xfrm>
            <a:off x="685800" y="2454089"/>
            <a:ext cx="5147553" cy="4031873"/>
          </a:xfrm>
          <a:prstGeom prst="rect">
            <a:avLst/>
          </a:prstGeom>
        </p:spPr>
        <p:txBody>
          <a:bodyPr wrap="square" lIns="0" tIns="0" rIns="0" bIns="0">
            <a:spAutoFit/>
          </a:bodyPr>
          <a:lstStyle>
            <a:lvl1pPr marL="283464" indent="-283464" algn="l">
              <a:lnSpc>
                <a:spcPct val="100000"/>
              </a:lnSpc>
              <a:spcBef>
                <a:spcPts val="600"/>
              </a:spcBef>
              <a:defRPr sz="1800" b="0" i="0">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latin typeface="Xfinity Brown Light" panose="02010404010101010103" pitchFamily="2" charset="77"/>
                <a:cs typeface="Xfinity Brown Light" panose="02010404010101010103" pitchFamily="2" charset="77"/>
              </a:defRPr>
            </a:lvl4pPr>
            <a:lvl5pPr marL="1663065" indent="-428625" algn="l">
              <a:spcBef>
                <a:spcPts val="900"/>
              </a:spcBef>
              <a:buFont typeface="System Font Regular"/>
              <a:buChar char="–"/>
              <a:defRPr lang="en-US" sz="1800" b="0" i="0" u="none" strike="noStrike" cap="none" spc="0" baseline="0" dirty="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p>
          <a:p>
            <a:pPr lvl="0"/>
            <a:r>
              <a:rPr lang="en-US"/>
              <a:t>Bullet</a:t>
            </a:r>
          </a:p>
        </p:txBody>
      </p:sp>
      <p:sp>
        <p:nvSpPr>
          <p:cNvPr id="27" name="Text Placeholder 5">
            <a:extLst>
              <a:ext uri="{FF2B5EF4-FFF2-40B4-BE49-F238E27FC236}">
                <a16:creationId xmlns:a16="http://schemas.microsoft.com/office/drawing/2014/main" id="{1045BEE2-38DA-2B40-8541-42E2CF72A35D}"/>
              </a:ext>
            </a:extLst>
          </p:cNvPr>
          <p:cNvSpPr>
            <a:spLocks noGrp="1"/>
          </p:cNvSpPr>
          <p:nvPr>
            <p:ph type="body" sz="quarter" idx="30" hasCustomPrompt="1"/>
          </p:nvPr>
        </p:nvSpPr>
        <p:spPr>
          <a:xfrm>
            <a:off x="6400800" y="2454089"/>
            <a:ext cx="5147552" cy="4031873"/>
          </a:xfrm>
          <a:prstGeom prst="rect">
            <a:avLst/>
          </a:prstGeom>
        </p:spPr>
        <p:txBody>
          <a:bodyPr wrap="square" lIns="0" tIns="0" rIns="0" bIns="0">
            <a:spAutoFit/>
          </a:bodyPr>
          <a:lstStyle>
            <a:lvl1pPr marL="283464" indent="-283464" algn="l">
              <a:lnSpc>
                <a:spcPct val="100000"/>
              </a:lnSpc>
              <a:spcBef>
                <a:spcPts val="600"/>
              </a:spcBef>
              <a:defRPr sz="1800" b="0" i="0">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latin typeface="Xfinity Brown Light" panose="02010404010101010103" pitchFamily="2" charset="77"/>
                <a:cs typeface="Xfinity Brown Light" panose="02010404010101010103" pitchFamily="2" charset="77"/>
              </a:defRPr>
            </a:lvl4pPr>
            <a:lvl5pPr marL="1663065" indent="-428625" algn="l">
              <a:spcBef>
                <a:spcPts val="900"/>
              </a:spcBef>
              <a:buFont typeface="System Font Regular"/>
              <a:buChar char="–"/>
              <a:defRPr lang="en-US" sz="1800" b="0" i="0" u="none" strike="noStrike" cap="none" spc="0" baseline="0" dirty="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p>
          <a:p>
            <a:pPr lvl="0"/>
            <a:r>
              <a:rPr lang="en-US"/>
              <a:t>Bullet</a:t>
            </a:r>
          </a:p>
        </p:txBody>
      </p:sp>
      <p:sp>
        <p:nvSpPr>
          <p:cNvPr id="28" name="Text Placeholder 5">
            <a:extLst>
              <a:ext uri="{FF2B5EF4-FFF2-40B4-BE49-F238E27FC236}">
                <a16:creationId xmlns:a16="http://schemas.microsoft.com/office/drawing/2014/main" id="{1C909820-1F7C-824A-92D5-AD2F5CE5150F}"/>
              </a:ext>
            </a:extLst>
          </p:cNvPr>
          <p:cNvSpPr>
            <a:spLocks noGrp="1"/>
          </p:cNvSpPr>
          <p:nvPr>
            <p:ph type="body" sz="quarter" idx="31" hasCustomPrompt="1"/>
          </p:nvPr>
        </p:nvSpPr>
        <p:spPr>
          <a:xfrm>
            <a:off x="12115802" y="2454089"/>
            <a:ext cx="5147552" cy="4031873"/>
          </a:xfrm>
          <a:prstGeom prst="rect">
            <a:avLst/>
          </a:prstGeom>
        </p:spPr>
        <p:txBody>
          <a:bodyPr wrap="square" lIns="0" tIns="0" rIns="0" bIns="0">
            <a:spAutoFit/>
          </a:bodyPr>
          <a:lstStyle>
            <a:lvl1pPr marL="283464" indent="-283464" algn="l">
              <a:lnSpc>
                <a:spcPct val="100000"/>
              </a:lnSpc>
              <a:spcBef>
                <a:spcPts val="600"/>
              </a:spcBef>
              <a:defRPr sz="1800" b="0" i="0">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latin typeface="Xfinity Brown Light" panose="02010404010101010103" pitchFamily="2" charset="77"/>
                <a:cs typeface="Xfinity Brown Light" panose="02010404010101010103" pitchFamily="2" charset="77"/>
              </a:defRPr>
            </a:lvl4pPr>
            <a:lvl5pPr marL="1663065" indent="-428625" algn="l">
              <a:spcBef>
                <a:spcPts val="900"/>
              </a:spcBef>
              <a:buFont typeface="System Font Regular"/>
              <a:buChar char="–"/>
              <a:defRPr lang="en-US" sz="1800" b="0" i="0" u="none" strike="noStrike" cap="none" spc="0" baseline="0" dirty="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p>
          <a:p>
            <a:pPr lvl="0"/>
            <a:r>
              <a:rPr lang="en-US"/>
              <a:t>Bullet</a:t>
            </a:r>
          </a:p>
        </p:txBody>
      </p:sp>
      <p:sp>
        <p:nvSpPr>
          <p:cNvPr id="4" name="Slide Number">
            <a:extLst>
              <a:ext uri="{FF2B5EF4-FFF2-40B4-BE49-F238E27FC236}">
                <a16:creationId xmlns:a16="http://schemas.microsoft.com/office/drawing/2014/main" id="{D46BC715-FEA2-F5E7-8376-FE18C0D29598}"/>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2" name="Graphic 1">
            <a:extLst>
              <a:ext uri="{FF2B5EF4-FFF2-40B4-BE49-F238E27FC236}">
                <a16:creationId xmlns:a16="http://schemas.microsoft.com/office/drawing/2014/main" id="{B01E3FDF-29F7-DCED-C441-960763FDCB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68565363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our Column Slide">
    <p:bg>
      <p:bgPr>
        <a:solidFill>
          <a:schemeClr val="bg1"/>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76CD022-CD39-1644-900C-72390A5E1328}"/>
              </a:ext>
            </a:extLst>
          </p:cNvPr>
          <p:cNvSpPr>
            <a:spLocks noGrp="1"/>
          </p:cNvSpPr>
          <p:nvPr>
            <p:ph type="title" hasCustomPrompt="1"/>
          </p:nvPr>
        </p:nvSpPr>
        <p:spPr>
          <a:xfrm>
            <a:off x="685798" y="987552"/>
            <a:ext cx="16916402" cy="886397"/>
          </a:xfrm>
          <a:prstGeom prst="rect">
            <a:avLst/>
          </a:prstGeom>
        </p:spPr>
        <p:txBody>
          <a:bodyPr wrap="square" lIns="0" tIns="0" rIns="0" bIns="0" anchor="t">
            <a:spAutoFit/>
          </a:bodyPr>
          <a:lstStyle>
            <a:lvl1pPr marL="0" marR="0" indent="0" algn="l" defTabSz="619125" rtl="0" latinLnBrk="0">
              <a:lnSpc>
                <a:spcPct val="90000"/>
              </a:lnSpc>
              <a:spcBef>
                <a:spcPts val="0"/>
              </a:spcBef>
              <a:spcAft>
                <a:spcPts val="0"/>
              </a:spcAft>
              <a:buClrTx/>
              <a:buSzTx/>
              <a:buFontTx/>
              <a:buNone/>
              <a:tabLst/>
              <a:defRPr lang="en-US" sz="3200" b="0" i="0" u="none" strike="noStrike" cap="none" spc="-150" baseline="0" dirty="0" smtClean="0">
                <a:solidFill>
                  <a:srgbClr val="000000"/>
                </a:solidFill>
                <a:uFillTx/>
                <a:latin typeface="+mj-lt"/>
                <a:ea typeface="Xfinity Brown"/>
                <a:cs typeface="Xfinity Brown"/>
                <a:sym typeface="Helvetica Neue"/>
              </a:defRPr>
            </a:lvl1pPr>
          </a:lstStyle>
          <a:p>
            <a:r>
              <a:rPr lang="en-US"/>
              <a:t>This is a slide title. Tracking set to ‘tight’. </a:t>
            </a:r>
            <a:br>
              <a:rPr lang="en-US"/>
            </a:br>
            <a:r>
              <a:rPr lang="en-US"/>
              <a:t>It shouldn’t exceed two lines.</a:t>
            </a:r>
          </a:p>
        </p:txBody>
      </p:sp>
      <p:sp>
        <p:nvSpPr>
          <p:cNvPr id="18" name="Text Placeholder 2">
            <a:extLst>
              <a:ext uri="{FF2B5EF4-FFF2-40B4-BE49-F238E27FC236}">
                <a16:creationId xmlns:a16="http://schemas.microsoft.com/office/drawing/2014/main" id="{C385EFB9-435B-5D49-BFD7-924DE0789263}"/>
              </a:ext>
            </a:extLst>
          </p:cNvPr>
          <p:cNvSpPr>
            <a:spLocks noGrp="1"/>
          </p:cNvSpPr>
          <p:nvPr>
            <p:ph type="body" sz="quarter" idx="25" hasCustomPrompt="1"/>
          </p:nvPr>
        </p:nvSpPr>
        <p:spPr>
          <a:xfrm>
            <a:off x="685798" y="685800"/>
            <a:ext cx="5486402" cy="166199"/>
          </a:xfrm>
          <a:prstGeom prst="rect">
            <a:avLst/>
          </a:prstGeom>
        </p:spPr>
        <p:txBody>
          <a:bodyPr wrap="square" lIns="0" tIns="0" rIns="0" bIns="0" anchor="t">
            <a:spAutoFit/>
          </a:bodyPr>
          <a:lstStyle>
            <a:lvl1pPr marL="0" indent="0" algn="l">
              <a:buNone/>
              <a:defRPr lang="en-US" sz="1200" b="0" cap="all" spc="200" baseline="0" dirty="0">
                <a:solidFill>
                  <a:schemeClr val="tx1"/>
                </a:solidFill>
                <a:latin typeface="Xfinity Brown"/>
                <a:ea typeface="Xfinity Brown"/>
                <a:cs typeface="Xfinity Brown"/>
              </a:defRPr>
            </a:lvl1pPr>
          </a:lstStyle>
          <a:p>
            <a:pPr lvl="0" algn="l"/>
            <a:r>
              <a:rPr lang="en-US"/>
              <a:t>Description eyebrow</a:t>
            </a:r>
          </a:p>
        </p:txBody>
      </p:sp>
      <p:sp>
        <p:nvSpPr>
          <p:cNvPr id="16" name="Slide Number">
            <a:extLst>
              <a:ext uri="{FF2B5EF4-FFF2-40B4-BE49-F238E27FC236}">
                <a16:creationId xmlns:a16="http://schemas.microsoft.com/office/drawing/2014/main" id="{1025C444-AB7A-2646-B4F8-A2785AF270CB}"/>
              </a:ext>
            </a:extLst>
          </p:cNvPr>
          <p:cNvSpPr txBox="1">
            <a:spLocks/>
          </p:cNvSpPr>
          <p:nvPr userDrawn="1"/>
        </p:nvSpPr>
        <p:spPr>
          <a:xfrm>
            <a:off x="16402050" y="9666671"/>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350">
              <a:solidFill>
                <a:schemeClr val="bg2"/>
              </a:solidFill>
              <a:latin typeface="+mn-lt"/>
            </a:endParaRPr>
          </a:p>
        </p:txBody>
      </p:sp>
      <p:sp>
        <p:nvSpPr>
          <p:cNvPr id="21" name="Text Placeholder 5">
            <a:extLst>
              <a:ext uri="{FF2B5EF4-FFF2-40B4-BE49-F238E27FC236}">
                <a16:creationId xmlns:a16="http://schemas.microsoft.com/office/drawing/2014/main" id="{F7DEA849-78B2-3E4B-9C7E-D2C361C42176}"/>
              </a:ext>
            </a:extLst>
          </p:cNvPr>
          <p:cNvSpPr>
            <a:spLocks noGrp="1"/>
          </p:cNvSpPr>
          <p:nvPr>
            <p:ph type="body" sz="quarter" idx="26" hasCustomPrompt="1"/>
          </p:nvPr>
        </p:nvSpPr>
        <p:spPr>
          <a:xfrm>
            <a:off x="685800" y="2450592"/>
            <a:ext cx="3716033" cy="5416868"/>
          </a:xfrm>
          <a:prstGeom prst="rect">
            <a:avLst/>
          </a:prstGeom>
        </p:spPr>
        <p:txBody>
          <a:bodyPr lIns="0" tIns="0" rIns="0" bIns="0">
            <a:spAutoFit/>
          </a:bodyPr>
          <a:lstStyle>
            <a:lvl1pPr marL="283464" indent="-283464" algn="l">
              <a:lnSpc>
                <a:spcPct val="100000"/>
              </a:lnSpc>
              <a:spcBef>
                <a:spcPts val="600"/>
              </a:spcBef>
              <a:defRPr sz="1800" b="0" i="0">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latin typeface="Xfinity Brown Light" panose="02010404010101010103" pitchFamily="2" charset="77"/>
                <a:cs typeface="Xfinity Brown Light" panose="02010404010101010103" pitchFamily="2" charset="77"/>
              </a:defRPr>
            </a:lvl4pPr>
            <a:lvl5pPr marL="1663065" indent="-428625" algn="l">
              <a:spcBef>
                <a:spcPts val="900"/>
              </a:spcBef>
              <a:buFont typeface="System Font Regular"/>
              <a:buChar char="–"/>
              <a:defRPr lang="en-US" sz="1800" b="0" i="0" u="none" strike="noStrike" cap="none" spc="0" baseline="0" dirty="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p>
          <a:p>
            <a:pPr lvl="0"/>
            <a:r>
              <a:rPr lang="en-US"/>
              <a:t>Bullet</a:t>
            </a:r>
          </a:p>
        </p:txBody>
      </p:sp>
      <p:sp>
        <p:nvSpPr>
          <p:cNvPr id="22" name="Text Placeholder 5">
            <a:extLst>
              <a:ext uri="{FF2B5EF4-FFF2-40B4-BE49-F238E27FC236}">
                <a16:creationId xmlns:a16="http://schemas.microsoft.com/office/drawing/2014/main" id="{8B31FE85-BDD7-1141-B661-8A23B7FDA808}"/>
              </a:ext>
            </a:extLst>
          </p:cNvPr>
          <p:cNvSpPr>
            <a:spLocks noGrp="1"/>
          </p:cNvSpPr>
          <p:nvPr>
            <p:ph type="body" sz="quarter" idx="31" hasCustomPrompt="1"/>
          </p:nvPr>
        </p:nvSpPr>
        <p:spPr>
          <a:xfrm>
            <a:off x="4972050" y="2450592"/>
            <a:ext cx="3716033" cy="5416868"/>
          </a:xfrm>
          <a:prstGeom prst="rect">
            <a:avLst/>
          </a:prstGeom>
        </p:spPr>
        <p:txBody>
          <a:bodyPr lIns="0" tIns="0" rIns="0" bIns="0">
            <a:spAutoFit/>
          </a:bodyPr>
          <a:lstStyle>
            <a:lvl1pPr marL="283464" indent="-283464" algn="l">
              <a:lnSpc>
                <a:spcPct val="100000"/>
              </a:lnSpc>
              <a:spcBef>
                <a:spcPts val="600"/>
              </a:spcBef>
              <a:defRPr sz="1800" b="0" i="0">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latin typeface="Xfinity Brown Light" panose="02010404010101010103" pitchFamily="2" charset="77"/>
                <a:cs typeface="Xfinity Brown Light" panose="02010404010101010103" pitchFamily="2" charset="77"/>
              </a:defRPr>
            </a:lvl4pPr>
            <a:lvl5pPr marL="1663065" indent="-428625" algn="l">
              <a:spcBef>
                <a:spcPts val="900"/>
              </a:spcBef>
              <a:buFont typeface="System Font Regular"/>
              <a:buChar char="–"/>
              <a:defRPr lang="en-US" sz="1800" b="0" i="0" u="none" strike="noStrike" cap="none" spc="0" baseline="0" dirty="0" smtClean="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p>
          <a:p>
            <a:pPr lvl="0"/>
            <a:r>
              <a:rPr lang="en-US"/>
              <a:t>Bullet</a:t>
            </a:r>
          </a:p>
        </p:txBody>
      </p:sp>
      <p:sp>
        <p:nvSpPr>
          <p:cNvPr id="23" name="Text Placeholder 5">
            <a:extLst>
              <a:ext uri="{FF2B5EF4-FFF2-40B4-BE49-F238E27FC236}">
                <a16:creationId xmlns:a16="http://schemas.microsoft.com/office/drawing/2014/main" id="{E473FC2C-35C4-E846-994D-D5730D8FD84B}"/>
              </a:ext>
            </a:extLst>
          </p:cNvPr>
          <p:cNvSpPr>
            <a:spLocks noGrp="1"/>
          </p:cNvSpPr>
          <p:nvPr>
            <p:ph type="body" sz="quarter" idx="32" hasCustomPrompt="1"/>
          </p:nvPr>
        </p:nvSpPr>
        <p:spPr>
          <a:xfrm>
            <a:off x="9258300" y="2450592"/>
            <a:ext cx="3716033" cy="5416868"/>
          </a:xfrm>
          <a:prstGeom prst="rect">
            <a:avLst/>
          </a:prstGeom>
        </p:spPr>
        <p:txBody>
          <a:bodyPr lIns="0" tIns="0" rIns="0" bIns="0">
            <a:spAutoFit/>
          </a:bodyPr>
          <a:lstStyle>
            <a:lvl1pPr marL="283464" indent="-283464" algn="l">
              <a:lnSpc>
                <a:spcPct val="100000"/>
              </a:lnSpc>
              <a:spcBef>
                <a:spcPts val="600"/>
              </a:spcBef>
              <a:defRPr sz="1800" b="0" i="0">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latin typeface="Xfinity Brown Light" panose="02010404010101010103" pitchFamily="2" charset="77"/>
                <a:cs typeface="Xfinity Brown Light" panose="02010404010101010103" pitchFamily="2" charset="77"/>
              </a:defRPr>
            </a:lvl4pPr>
            <a:lvl5pPr marL="1663065" indent="-428625" algn="l">
              <a:spcBef>
                <a:spcPts val="900"/>
              </a:spcBef>
              <a:buFont typeface="System Font Regular"/>
              <a:buChar char="–"/>
              <a:defRPr lang="en-US" sz="1800" b="0" i="0" u="none" strike="noStrike" cap="none" spc="0" baseline="0" dirty="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p>
          <a:p>
            <a:pPr lvl="0"/>
            <a:r>
              <a:rPr lang="en-US"/>
              <a:t>Bullet</a:t>
            </a:r>
          </a:p>
        </p:txBody>
      </p:sp>
      <p:sp>
        <p:nvSpPr>
          <p:cNvPr id="24" name="Text Placeholder 5">
            <a:extLst>
              <a:ext uri="{FF2B5EF4-FFF2-40B4-BE49-F238E27FC236}">
                <a16:creationId xmlns:a16="http://schemas.microsoft.com/office/drawing/2014/main" id="{EA553A69-AF90-1043-A0E0-3848A909AE05}"/>
              </a:ext>
            </a:extLst>
          </p:cNvPr>
          <p:cNvSpPr>
            <a:spLocks noGrp="1"/>
          </p:cNvSpPr>
          <p:nvPr>
            <p:ph type="body" sz="quarter" idx="33" hasCustomPrompt="1"/>
          </p:nvPr>
        </p:nvSpPr>
        <p:spPr>
          <a:xfrm>
            <a:off x="13544550" y="2450592"/>
            <a:ext cx="3716033" cy="5416868"/>
          </a:xfrm>
          <a:prstGeom prst="rect">
            <a:avLst/>
          </a:prstGeom>
        </p:spPr>
        <p:txBody>
          <a:bodyPr lIns="0" tIns="0" rIns="0" bIns="0">
            <a:spAutoFit/>
          </a:bodyPr>
          <a:lstStyle>
            <a:lvl1pPr marL="283464" indent="-283464" algn="l">
              <a:lnSpc>
                <a:spcPct val="100000"/>
              </a:lnSpc>
              <a:spcBef>
                <a:spcPts val="600"/>
              </a:spcBef>
              <a:defRPr sz="1800" b="0" i="0">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latin typeface="Xfinity Brown Light" panose="02010404010101010103" pitchFamily="2" charset="77"/>
                <a:cs typeface="Xfinity Brown Light" panose="02010404010101010103" pitchFamily="2" charset="77"/>
              </a:defRPr>
            </a:lvl4pPr>
            <a:lvl5pPr marL="1663065" indent="-428625" algn="l">
              <a:spcBef>
                <a:spcPts val="900"/>
              </a:spcBef>
              <a:buFont typeface="System Font Regular"/>
              <a:buChar char="–"/>
              <a:defRPr lang="en-US" sz="1800" b="0" i="0" u="none" strike="noStrike" cap="none" spc="0" baseline="0" dirty="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p>
          <a:p>
            <a:pPr lvl="0"/>
            <a:r>
              <a:rPr lang="en-US"/>
              <a:t>Bullet</a:t>
            </a:r>
          </a:p>
        </p:txBody>
      </p:sp>
      <p:sp>
        <p:nvSpPr>
          <p:cNvPr id="3" name="Slide Number">
            <a:extLst>
              <a:ext uri="{FF2B5EF4-FFF2-40B4-BE49-F238E27FC236}">
                <a16:creationId xmlns:a16="http://schemas.microsoft.com/office/drawing/2014/main" id="{6592F6B1-E6A9-6523-2EBF-9255B9DF19D6}"/>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4" name="Graphic 3">
            <a:extLst>
              <a:ext uri="{FF2B5EF4-FFF2-40B4-BE49-F238E27FC236}">
                <a16:creationId xmlns:a16="http://schemas.microsoft.com/office/drawing/2014/main" id="{EA438264-24D4-A0B0-5E02-C6DDA3B59A5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3139841417"/>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Box Grid Slide">
    <p:bg>
      <p:bgPr>
        <a:solidFill>
          <a:schemeClr val="bg1"/>
        </a:solidFill>
        <a:effectLst/>
      </p:bgPr>
    </p:bg>
    <p:spTree>
      <p:nvGrpSpPr>
        <p:cNvPr id="1" name=""/>
        <p:cNvGrpSpPr/>
        <p:nvPr/>
      </p:nvGrpSpPr>
      <p:grpSpPr>
        <a:xfrm>
          <a:off x="0" y="0"/>
          <a:ext cx="0" cy="0"/>
          <a:chOff x="0" y="0"/>
          <a:chExt cx="0" cy="0"/>
        </a:xfrm>
      </p:grpSpPr>
      <p:sp>
        <p:nvSpPr>
          <p:cNvPr id="14" name="Text Placeholder 2">
            <a:extLst>
              <a:ext uri="{FF2B5EF4-FFF2-40B4-BE49-F238E27FC236}">
                <a16:creationId xmlns:a16="http://schemas.microsoft.com/office/drawing/2014/main" id="{3FAD9C41-0DF1-5447-B058-173EABD0C9B6}"/>
              </a:ext>
            </a:extLst>
          </p:cNvPr>
          <p:cNvSpPr>
            <a:spLocks noGrp="1"/>
          </p:cNvSpPr>
          <p:nvPr>
            <p:ph type="body" sz="quarter" idx="25" hasCustomPrompt="1"/>
          </p:nvPr>
        </p:nvSpPr>
        <p:spPr>
          <a:xfrm>
            <a:off x="692570" y="687909"/>
            <a:ext cx="5479630" cy="166199"/>
          </a:xfrm>
          <a:prstGeom prst="rect">
            <a:avLst/>
          </a:prstGeom>
        </p:spPr>
        <p:txBody>
          <a:bodyPr wrap="square" lIns="0" tIns="0" rIns="0" bIns="0" anchor="t">
            <a:spAutoFit/>
          </a:bodyPr>
          <a:lstStyle>
            <a:lvl1pPr marL="0" indent="0" algn="l">
              <a:buNone/>
              <a:defRPr lang="en-US" sz="1200" b="0" cap="all" spc="200" baseline="0" dirty="0">
                <a:solidFill>
                  <a:schemeClr val="tx1"/>
                </a:solidFill>
                <a:latin typeface="Xfinity Brown"/>
                <a:ea typeface="Xfinity Brown"/>
                <a:cs typeface="Xfinity Brown"/>
              </a:defRPr>
            </a:lvl1pPr>
          </a:lstStyle>
          <a:p>
            <a:pPr lvl="0" algn="l"/>
            <a:r>
              <a:rPr lang="en-US"/>
              <a:t>Description eyebrow</a:t>
            </a:r>
          </a:p>
        </p:txBody>
      </p:sp>
      <p:sp>
        <p:nvSpPr>
          <p:cNvPr id="22" name="Title 1">
            <a:extLst>
              <a:ext uri="{FF2B5EF4-FFF2-40B4-BE49-F238E27FC236}">
                <a16:creationId xmlns:a16="http://schemas.microsoft.com/office/drawing/2014/main" id="{C7820C5D-BEE4-924C-80B7-54BCF8D4E992}"/>
              </a:ext>
            </a:extLst>
          </p:cNvPr>
          <p:cNvSpPr>
            <a:spLocks noGrp="1"/>
          </p:cNvSpPr>
          <p:nvPr>
            <p:ph type="title" hasCustomPrompt="1"/>
          </p:nvPr>
        </p:nvSpPr>
        <p:spPr>
          <a:xfrm>
            <a:off x="692570" y="987552"/>
            <a:ext cx="16909630" cy="886397"/>
          </a:xfrm>
          <a:prstGeom prst="rect">
            <a:avLst/>
          </a:prstGeom>
        </p:spPr>
        <p:txBody>
          <a:bodyPr wrap="square" lIns="0" tIns="0" rIns="0" bIns="0" anchor="t">
            <a:spAutoFit/>
          </a:bodyPr>
          <a:lstStyle>
            <a:lvl1pPr marL="0" marR="0" indent="0" algn="l" defTabSz="619125" rtl="0" latinLnBrk="0">
              <a:lnSpc>
                <a:spcPct val="90000"/>
              </a:lnSpc>
              <a:spcBef>
                <a:spcPts val="0"/>
              </a:spcBef>
              <a:spcAft>
                <a:spcPts val="0"/>
              </a:spcAft>
              <a:buClrTx/>
              <a:buSzTx/>
              <a:buFontTx/>
              <a:buNone/>
              <a:tabLst/>
              <a:defRPr lang="en-US" sz="3200" b="0" i="0" u="none" strike="noStrike" cap="none" spc="-150" baseline="0" dirty="0" smtClean="0">
                <a:solidFill>
                  <a:srgbClr val="000000"/>
                </a:solidFill>
                <a:uFillTx/>
                <a:latin typeface="+mj-lt"/>
                <a:ea typeface="Xfinity Brown"/>
                <a:cs typeface="Xfinity Brown"/>
                <a:sym typeface="Helvetica Neue"/>
              </a:defRPr>
            </a:lvl1pPr>
          </a:lstStyle>
          <a:p>
            <a:r>
              <a:rPr lang="en-US"/>
              <a:t>This is a slide title. Tracking set to ‘tight’. </a:t>
            </a:r>
            <a:br>
              <a:rPr lang="en-US"/>
            </a:br>
            <a:r>
              <a:rPr lang="en-US"/>
              <a:t>It shouldn’t exceed two lines.</a:t>
            </a:r>
          </a:p>
        </p:txBody>
      </p:sp>
      <p:sp>
        <p:nvSpPr>
          <p:cNvPr id="16" name="Text Placeholder 5">
            <a:extLst>
              <a:ext uri="{FF2B5EF4-FFF2-40B4-BE49-F238E27FC236}">
                <a16:creationId xmlns:a16="http://schemas.microsoft.com/office/drawing/2014/main" id="{D672895A-0383-A247-B628-5DAD3DC1B6E3}"/>
              </a:ext>
            </a:extLst>
          </p:cNvPr>
          <p:cNvSpPr>
            <a:spLocks noGrp="1"/>
          </p:cNvSpPr>
          <p:nvPr>
            <p:ph type="body" sz="quarter" idx="26" hasCustomPrompt="1"/>
          </p:nvPr>
        </p:nvSpPr>
        <p:spPr>
          <a:xfrm>
            <a:off x="685800" y="2454442"/>
            <a:ext cx="8343900" cy="3343788"/>
          </a:xfrm>
          <a:prstGeom prst="rect">
            <a:avLst/>
          </a:prstGeom>
        </p:spPr>
        <p:txBody>
          <a:bodyPr lIns="365760" tIns="365760" rIns="365760" bIns="0">
            <a:noAutofit/>
          </a:bodyPr>
          <a:lstStyle>
            <a:lvl1pPr marL="283464" indent="-283464" algn="l">
              <a:lnSpc>
                <a:spcPct val="100000"/>
              </a:lnSpc>
              <a:spcBef>
                <a:spcPts val="600"/>
              </a:spcBef>
              <a:defRPr sz="1800" b="0" i="0">
                <a:solidFill>
                  <a:schemeClr val="tx1"/>
                </a:solidFill>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solidFill>
                  <a:schemeClr val="tx1"/>
                </a:solidFill>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solidFill>
                  <a:schemeClr val="tx1"/>
                </a:solidFill>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solidFill>
                  <a:schemeClr val="tx1"/>
                </a:solidFill>
                <a:latin typeface="Xfinity Brown Light" panose="02010404010101010103" pitchFamily="2" charset="77"/>
                <a:cs typeface="Xfinity Brown Light" panose="02010404010101010103" pitchFamily="2" charset="77"/>
              </a:defRPr>
            </a:lvl4pPr>
            <a:lvl5pPr marL="1663065" indent="-428625" algn="l">
              <a:spcBef>
                <a:spcPts val="900"/>
              </a:spcBef>
              <a:buFont typeface="System Font Regular"/>
              <a:buChar char="–"/>
              <a:defRPr lang="en-US" sz="1800" b="0" i="0" u="none" strike="noStrike" cap="none" spc="0" baseline="0" dirty="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p>
          <a:p>
            <a:pPr lvl="0"/>
            <a:r>
              <a:rPr lang="en-US"/>
              <a:t>Bullet</a:t>
            </a:r>
          </a:p>
          <a:p>
            <a:pPr lvl="0"/>
            <a:r>
              <a:rPr lang="en-US"/>
              <a:t>Bullet</a:t>
            </a:r>
          </a:p>
        </p:txBody>
      </p:sp>
      <p:sp>
        <p:nvSpPr>
          <p:cNvPr id="23" name="Text Placeholder 5">
            <a:extLst>
              <a:ext uri="{FF2B5EF4-FFF2-40B4-BE49-F238E27FC236}">
                <a16:creationId xmlns:a16="http://schemas.microsoft.com/office/drawing/2014/main" id="{0F1EC92C-5D40-0341-8D94-F22F2F441A4D}"/>
              </a:ext>
            </a:extLst>
          </p:cNvPr>
          <p:cNvSpPr>
            <a:spLocks noGrp="1"/>
          </p:cNvSpPr>
          <p:nvPr>
            <p:ph type="body" sz="quarter" idx="31" hasCustomPrompt="1"/>
          </p:nvPr>
        </p:nvSpPr>
        <p:spPr>
          <a:xfrm>
            <a:off x="9258300" y="2454441"/>
            <a:ext cx="8343900" cy="3343788"/>
          </a:xfrm>
          <a:prstGeom prst="rect">
            <a:avLst/>
          </a:prstGeom>
        </p:spPr>
        <p:txBody>
          <a:bodyPr lIns="365760" tIns="365760" rIns="365760" bIns="0">
            <a:noAutofit/>
          </a:bodyPr>
          <a:lstStyle>
            <a:lvl1pPr marL="283464" indent="-283464" algn="l">
              <a:lnSpc>
                <a:spcPct val="100000"/>
              </a:lnSpc>
              <a:spcBef>
                <a:spcPts val="600"/>
              </a:spcBef>
              <a:defRPr sz="1800" b="0" i="0">
                <a:solidFill>
                  <a:schemeClr val="tx1"/>
                </a:solidFill>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solidFill>
                  <a:schemeClr val="tx1"/>
                </a:solidFill>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solidFill>
                  <a:schemeClr val="tx1"/>
                </a:solidFill>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solidFill>
                  <a:schemeClr val="tx1"/>
                </a:solidFill>
                <a:latin typeface="Xfinity Brown Light" panose="02010404010101010103" pitchFamily="2" charset="77"/>
                <a:cs typeface="Xfinity Brown Light" panose="02010404010101010103" pitchFamily="2" charset="77"/>
              </a:defRPr>
            </a:lvl4pPr>
            <a:lvl5pPr marL="1663065" marR="0" indent="-428625" algn="l" defTabSz="619125" rtl="0" eaLnBrk="1" fontAlgn="auto" latinLnBrk="0" hangingPunct="1">
              <a:lnSpc>
                <a:spcPct val="100000"/>
              </a:lnSpc>
              <a:spcBef>
                <a:spcPts val="900"/>
              </a:spcBef>
              <a:spcAft>
                <a:spcPts val="0"/>
              </a:spcAft>
              <a:buClrTx/>
              <a:buSzTx/>
              <a:buFont typeface="System Font Regular"/>
              <a:buChar char="–"/>
              <a:tabLst/>
              <a:defRPr lang="en-US" sz="1800" b="0" i="0" u="none" strike="noStrike" cap="none" spc="0" baseline="0" dirty="0" smtClean="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p>
          <a:p>
            <a:pPr lvl="0"/>
            <a:r>
              <a:rPr lang="en-US"/>
              <a:t>Bullet</a:t>
            </a:r>
          </a:p>
          <a:p>
            <a:pPr lvl="0"/>
            <a:r>
              <a:rPr lang="en-US"/>
              <a:t>Bullet</a:t>
            </a:r>
          </a:p>
        </p:txBody>
      </p:sp>
      <p:sp>
        <p:nvSpPr>
          <p:cNvPr id="24" name="Text Placeholder 5">
            <a:extLst>
              <a:ext uri="{FF2B5EF4-FFF2-40B4-BE49-F238E27FC236}">
                <a16:creationId xmlns:a16="http://schemas.microsoft.com/office/drawing/2014/main" id="{0C7C2977-00ED-B943-8D3F-D75CAF82A4E3}"/>
              </a:ext>
            </a:extLst>
          </p:cNvPr>
          <p:cNvSpPr>
            <a:spLocks noGrp="1"/>
          </p:cNvSpPr>
          <p:nvPr>
            <p:ph type="body" sz="quarter" idx="32" hasCustomPrompt="1"/>
          </p:nvPr>
        </p:nvSpPr>
        <p:spPr>
          <a:xfrm>
            <a:off x="692571" y="6065254"/>
            <a:ext cx="8337130" cy="3343788"/>
          </a:xfrm>
          <a:prstGeom prst="rect">
            <a:avLst/>
          </a:prstGeom>
        </p:spPr>
        <p:txBody>
          <a:bodyPr lIns="365760" tIns="365760" rIns="365760" bIns="0">
            <a:noAutofit/>
          </a:bodyPr>
          <a:lstStyle>
            <a:lvl1pPr marL="283464" indent="-283464" algn="l">
              <a:lnSpc>
                <a:spcPct val="100000"/>
              </a:lnSpc>
              <a:spcBef>
                <a:spcPts val="600"/>
              </a:spcBef>
              <a:defRPr sz="1800" b="0" i="0">
                <a:solidFill>
                  <a:schemeClr val="tx1"/>
                </a:solidFill>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solidFill>
                  <a:schemeClr val="tx1"/>
                </a:solidFill>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solidFill>
                  <a:schemeClr val="tx1"/>
                </a:solidFill>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solidFill>
                  <a:schemeClr val="tx1"/>
                </a:solidFill>
                <a:latin typeface="Xfinity Brown Light" panose="02010404010101010103" pitchFamily="2" charset="77"/>
                <a:cs typeface="Xfinity Brown Light" panose="02010404010101010103" pitchFamily="2" charset="77"/>
              </a:defRPr>
            </a:lvl4pPr>
            <a:lvl5pPr marL="1663065" marR="0" indent="-428625" algn="l" defTabSz="619125" rtl="0" eaLnBrk="1" fontAlgn="auto" latinLnBrk="0" hangingPunct="1">
              <a:lnSpc>
                <a:spcPct val="100000"/>
              </a:lnSpc>
              <a:spcBef>
                <a:spcPts val="900"/>
              </a:spcBef>
              <a:spcAft>
                <a:spcPts val="0"/>
              </a:spcAft>
              <a:buClrTx/>
              <a:buSzTx/>
              <a:buFont typeface="System Font Regular"/>
              <a:buChar char="–"/>
              <a:tabLst/>
              <a:defRPr lang="en-US" sz="1800" b="0" i="0" u="none" strike="noStrike" cap="none" spc="0" baseline="0" dirty="0" smtClean="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p>
          <a:p>
            <a:pPr lvl="0"/>
            <a:r>
              <a:rPr lang="en-US"/>
              <a:t>Bullet</a:t>
            </a:r>
          </a:p>
          <a:p>
            <a:pPr lvl="0"/>
            <a:r>
              <a:rPr lang="en-US"/>
              <a:t>Bullet</a:t>
            </a:r>
          </a:p>
        </p:txBody>
      </p:sp>
      <p:sp>
        <p:nvSpPr>
          <p:cNvPr id="25" name="Text Placeholder 5">
            <a:extLst>
              <a:ext uri="{FF2B5EF4-FFF2-40B4-BE49-F238E27FC236}">
                <a16:creationId xmlns:a16="http://schemas.microsoft.com/office/drawing/2014/main" id="{149969B1-03C6-3747-872C-CB19A3104994}"/>
              </a:ext>
            </a:extLst>
          </p:cNvPr>
          <p:cNvSpPr>
            <a:spLocks noGrp="1"/>
          </p:cNvSpPr>
          <p:nvPr>
            <p:ph type="body" sz="quarter" idx="33" hasCustomPrompt="1"/>
          </p:nvPr>
        </p:nvSpPr>
        <p:spPr>
          <a:xfrm>
            <a:off x="9258300" y="6065254"/>
            <a:ext cx="8343900" cy="3343788"/>
          </a:xfrm>
          <a:prstGeom prst="rect">
            <a:avLst/>
          </a:prstGeom>
        </p:spPr>
        <p:txBody>
          <a:bodyPr lIns="365760" tIns="365760" rIns="365760" bIns="0">
            <a:noAutofit/>
          </a:bodyPr>
          <a:lstStyle>
            <a:lvl1pPr marL="283464" indent="-283464" algn="l">
              <a:lnSpc>
                <a:spcPct val="100000"/>
              </a:lnSpc>
              <a:spcBef>
                <a:spcPts val="600"/>
              </a:spcBef>
              <a:defRPr sz="1800" b="0" i="0">
                <a:solidFill>
                  <a:schemeClr val="tx1"/>
                </a:solidFill>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solidFill>
                  <a:schemeClr val="tx1"/>
                </a:solidFill>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solidFill>
                  <a:schemeClr val="tx1"/>
                </a:solidFill>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solidFill>
                  <a:schemeClr val="tx1"/>
                </a:solidFill>
                <a:latin typeface="Xfinity Brown Light" panose="02010404010101010103" pitchFamily="2" charset="77"/>
                <a:cs typeface="Xfinity Brown Light" panose="02010404010101010103" pitchFamily="2" charset="77"/>
              </a:defRPr>
            </a:lvl4pPr>
            <a:lvl5pPr marL="1663065" marR="0" indent="-428625" algn="l" defTabSz="619125" rtl="0" eaLnBrk="1" fontAlgn="auto" latinLnBrk="0" hangingPunct="1">
              <a:lnSpc>
                <a:spcPct val="100000"/>
              </a:lnSpc>
              <a:spcBef>
                <a:spcPts val="900"/>
              </a:spcBef>
              <a:spcAft>
                <a:spcPts val="0"/>
              </a:spcAft>
              <a:buClrTx/>
              <a:buSzTx/>
              <a:buFont typeface="System Font Regular"/>
              <a:buChar char="–"/>
              <a:tabLst/>
              <a:defRPr lang="en-US" sz="1800" b="0" i="0" u="none" strike="noStrike" cap="none" spc="0" baseline="0" dirty="0" smtClean="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p>
          <a:p>
            <a:pPr lvl="0"/>
            <a:r>
              <a:rPr lang="en-US"/>
              <a:t>Bullet</a:t>
            </a:r>
          </a:p>
          <a:p>
            <a:pPr lvl="0"/>
            <a:r>
              <a:rPr lang="en-US"/>
              <a:t>Bullet</a:t>
            </a:r>
          </a:p>
        </p:txBody>
      </p:sp>
      <p:sp>
        <p:nvSpPr>
          <p:cNvPr id="17" name="Slide Number">
            <a:extLst>
              <a:ext uri="{FF2B5EF4-FFF2-40B4-BE49-F238E27FC236}">
                <a16:creationId xmlns:a16="http://schemas.microsoft.com/office/drawing/2014/main" id="{FE9734B7-D256-B146-9801-79AEDD9D31E3}"/>
              </a:ext>
            </a:extLst>
          </p:cNvPr>
          <p:cNvSpPr txBox="1">
            <a:spLocks/>
          </p:cNvSpPr>
          <p:nvPr userDrawn="1"/>
        </p:nvSpPr>
        <p:spPr>
          <a:xfrm>
            <a:off x="16402050" y="9669626"/>
            <a:ext cx="1200150" cy="171810"/>
          </a:xfrm>
          <a:prstGeom prst="rect">
            <a:avLst/>
          </a:prstGeom>
        </p:spPr>
        <p:txBody>
          <a:bodyPr lIns="0" tIns="0" rIns="0" bIns="0" anchor="ct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11" name="Slide Number">
            <a:extLst>
              <a:ext uri="{FF2B5EF4-FFF2-40B4-BE49-F238E27FC236}">
                <a16:creationId xmlns:a16="http://schemas.microsoft.com/office/drawing/2014/main" id="{84111AA7-0EC9-255A-79BA-BEC88CE73468}"/>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2" name="Graphic 1">
            <a:extLst>
              <a:ext uri="{FF2B5EF4-FFF2-40B4-BE49-F238E27FC236}">
                <a16:creationId xmlns:a16="http://schemas.microsoft.com/office/drawing/2014/main" id="{B49AF783-C4BB-BA71-5A44-FE9FA100E5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7903693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ix Box Grid Slide">
    <p:bg>
      <p:bgPr>
        <a:solidFill>
          <a:schemeClr val="bg1"/>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A90B3C3E-5B17-8B49-B5EE-AE4BBE00F008}"/>
              </a:ext>
            </a:extLst>
          </p:cNvPr>
          <p:cNvSpPr>
            <a:spLocks noGrp="1"/>
          </p:cNvSpPr>
          <p:nvPr>
            <p:ph type="body" sz="quarter" idx="25" hasCustomPrompt="1"/>
          </p:nvPr>
        </p:nvSpPr>
        <p:spPr>
          <a:xfrm>
            <a:off x="685800" y="685801"/>
            <a:ext cx="5486400" cy="166199"/>
          </a:xfrm>
          <a:prstGeom prst="rect">
            <a:avLst/>
          </a:prstGeom>
        </p:spPr>
        <p:txBody>
          <a:bodyPr wrap="square" lIns="0" tIns="0" rIns="0" bIns="0" anchor="t">
            <a:spAutoFit/>
          </a:bodyPr>
          <a:lstStyle>
            <a:lvl1pPr marL="0" indent="0" algn="l">
              <a:buNone/>
              <a:defRPr lang="en-US" sz="1200" b="0" cap="all" spc="200" baseline="0" dirty="0">
                <a:solidFill>
                  <a:schemeClr val="tx1"/>
                </a:solidFill>
                <a:latin typeface="Xfinity Brown"/>
                <a:ea typeface="Xfinity Brown"/>
                <a:cs typeface="Xfinity Brown"/>
              </a:defRPr>
            </a:lvl1pPr>
          </a:lstStyle>
          <a:p>
            <a:pPr lvl="0" algn="l"/>
            <a:r>
              <a:rPr lang="en-US"/>
              <a:t>Description eyebrow</a:t>
            </a:r>
          </a:p>
        </p:txBody>
      </p:sp>
      <p:sp>
        <p:nvSpPr>
          <p:cNvPr id="19" name="Title 1">
            <a:extLst>
              <a:ext uri="{FF2B5EF4-FFF2-40B4-BE49-F238E27FC236}">
                <a16:creationId xmlns:a16="http://schemas.microsoft.com/office/drawing/2014/main" id="{FAA46B62-0C72-454C-B660-7847DBCDF6B0}"/>
              </a:ext>
            </a:extLst>
          </p:cNvPr>
          <p:cNvSpPr>
            <a:spLocks noGrp="1"/>
          </p:cNvSpPr>
          <p:nvPr>
            <p:ph type="title" hasCustomPrompt="1"/>
          </p:nvPr>
        </p:nvSpPr>
        <p:spPr>
          <a:xfrm>
            <a:off x="685800" y="987552"/>
            <a:ext cx="16916400" cy="886397"/>
          </a:xfrm>
          <a:prstGeom prst="rect">
            <a:avLst/>
          </a:prstGeom>
        </p:spPr>
        <p:txBody>
          <a:bodyPr wrap="square" lIns="0" tIns="0" rIns="0" bIns="0" anchor="t">
            <a:spAutoFit/>
          </a:bodyPr>
          <a:lstStyle>
            <a:lvl1pPr marL="0" marR="0" indent="0" algn="l" defTabSz="619125" rtl="0" latinLnBrk="0">
              <a:lnSpc>
                <a:spcPct val="90000"/>
              </a:lnSpc>
              <a:spcBef>
                <a:spcPts val="0"/>
              </a:spcBef>
              <a:spcAft>
                <a:spcPts val="0"/>
              </a:spcAft>
              <a:buClrTx/>
              <a:buSzTx/>
              <a:buFontTx/>
              <a:buNone/>
              <a:tabLst/>
              <a:defRPr lang="en-US" sz="3200" b="0" i="0" u="none" strike="noStrike" cap="none" spc="-150" baseline="0" dirty="0" smtClean="0">
                <a:solidFill>
                  <a:srgbClr val="000000"/>
                </a:solidFill>
                <a:uFillTx/>
                <a:latin typeface="+mj-lt"/>
                <a:ea typeface="Xfinity Brown"/>
                <a:cs typeface="Xfinity Brown"/>
                <a:sym typeface="Helvetica Neue"/>
              </a:defRPr>
            </a:lvl1pPr>
          </a:lstStyle>
          <a:p>
            <a:r>
              <a:rPr lang="en-US"/>
              <a:t>This is a slide title. Tracking set to ‘tight’. </a:t>
            </a:r>
            <a:br>
              <a:rPr lang="en-US"/>
            </a:br>
            <a:r>
              <a:rPr lang="en-US"/>
              <a:t>It shouldn’t exceed two lines.</a:t>
            </a:r>
          </a:p>
        </p:txBody>
      </p:sp>
      <p:sp>
        <p:nvSpPr>
          <p:cNvPr id="16" name="Text Placeholder 5">
            <a:extLst>
              <a:ext uri="{FF2B5EF4-FFF2-40B4-BE49-F238E27FC236}">
                <a16:creationId xmlns:a16="http://schemas.microsoft.com/office/drawing/2014/main" id="{576F7828-658D-6442-AC56-F5DB62ABF1ED}"/>
              </a:ext>
            </a:extLst>
          </p:cNvPr>
          <p:cNvSpPr>
            <a:spLocks noGrp="1"/>
          </p:cNvSpPr>
          <p:nvPr>
            <p:ph type="body" sz="quarter" idx="26" hasCustomPrompt="1"/>
          </p:nvPr>
        </p:nvSpPr>
        <p:spPr>
          <a:xfrm>
            <a:off x="685800" y="2445872"/>
            <a:ext cx="5486400" cy="3374364"/>
          </a:xfrm>
          <a:prstGeom prst="rect">
            <a:avLst/>
          </a:prstGeom>
        </p:spPr>
        <p:txBody>
          <a:bodyPr lIns="365760" tIns="365760" rIns="365760" bIns="365760">
            <a:normAutofit/>
          </a:bodyPr>
          <a:lstStyle>
            <a:lvl1pPr marL="283464" indent="-283464" algn="l">
              <a:lnSpc>
                <a:spcPct val="100000"/>
              </a:lnSpc>
              <a:spcBef>
                <a:spcPts val="600"/>
              </a:spcBef>
              <a:defRPr sz="1800" b="0" i="0">
                <a:solidFill>
                  <a:schemeClr val="tx1"/>
                </a:solidFill>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solidFill>
                  <a:schemeClr val="tx1"/>
                </a:solidFill>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solidFill>
                  <a:schemeClr val="tx1"/>
                </a:solidFill>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solidFill>
                  <a:schemeClr val="tx1"/>
                </a:solidFill>
                <a:latin typeface="Xfinity Brown Light" panose="02010404010101010103" pitchFamily="2" charset="77"/>
                <a:cs typeface="Xfinity Brown Light" panose="02010404010101010103" pitchFamily="2" charset="77"/>
              </a:defRPr>
            </a:lvl4pPr>
            <a:lvl5pPr marL="1663065" indent="-428625" algn="l">
              <a:spcBef>
                <a:spcPts val="900"/>
              </a:spcBef>
              <a:buFont typeface="System Font Regular"/>
              <a:buChar char="–"/>
              <a:defRPr lang="en-US" sz="1800" b="0" i="0" u="none" strike="noStrike" cap="none" spc="0" baseline="0" dirty="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a:t>
            </a:r>
          </a:p>
          <a:p>
            <a:pPr lvl="0"/>
            <a:r>
              <a:rPr lang="en-US"/>
              <a:t>Bullet</a:t>
            </a:r>
          </a:p>
          <a:p>
            <a:pPr lvl="0"/>
            <a:r>
              <a:rPr lang="en-US"/>
              <a:t>Bullet</a:t>
            </a:r>
          </a:p>
        </p:txBody>
      </p:sp>
      <p:sp>
        <p:nvSpPr>
          <p:cNvPr id="22" name="Text Placeholder 5">
            <a:extLst>
              <a:ext uri="{FF2B5EF4-FFF2-40B4-BE49-F238E27FC236}">
                <a16:creationId xmlns:a16="http://schemas.microsoft.com/office/drawing/2014/main" id="{ADB7EF70-9335-AC4F-B5FA-D4EFB7EEBB36}"/>
              </a:ext>
            </a:extLst>
          </p:cNvPr>
          <p:cNvSpPr>
            <a:spLocks noGrp="1"/>
          </p:cNvSpPr>
          <p:nvPr>
            <p:ph type="body" sz="quarter" idx="32" hasCustomPrompt="1"/>
          </p:nvPr>
        </p:nvSpPr>
        <p:spPr>
          <a:xfrm>
            <a:off x="685800" y="6065254"/>
            <a:ext cx="5486400" cy="3362156"/>
          </a:xfrm>
          <a:prstGeom prst="rect">
            <a:avLst/>
          </a:prstGeom>
        </p:spPr>
        <p:txBody>
          <a:bodyPr lIns="365760" tIns="365760" rIns="365760" bIns="365760">
            <a:normAutofit/>
          </a:bodyPr>
          <a:lstStyle>
            <a:lvl1pPr marL="283464" indent="-283464" algn="l">
              <a:lnSpc>
                <a:spcPct val="100000"/>
              </a:lnSpc>
              <a:spcBef>
                <a:spcPts val="600"/>
              </a:spcBef>
              <a:defRPr sz="1800" b="0" i="0">
                <a:solidFill>
                  <a:schemeClr val="tx1"/>
                </a:solidFill>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solidFill>
                  <a:schemeClr val="tx1"/>
                </a:solidFill>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solidFill>
                  <a:schemeClr val="tx1"/>
                </a:solidFill>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solidFill>
                  <a:schemeClr val="tx1"/>
                </a:solidFill>
                <a:latin typeface="Xfinity Brown Light" panose="02010404010101010103" pitchFamily="2" charset="77"/>
                <a:cs typeface="Xfinity Brown Light" panose="02010404010101010103" pitchFamily="2" charset="77"/>
              </a:defRPr>
            </a:lvl4pPr>
            <a:lvl5pPr marL="1663065" marR="0" indent="-428625" algn="l" defTabSz="619125" rtl="0" eaLnBrk="1" fontAlgn="auto" latinLnBrk="0" hangingPunct="1">
              <a:lnSpc>
                <a:spcPct val="100000"/>
              </a:lnSpc>
              <a:spcBef>
                <a:spcPts val="900"/>
              </a:spcBef>
              <a:spcAft>
                <a:spcPts val="0"/>
              </a:spcAft>
              <a:buClrTx/>
              <a:buSzTx/>
              <a:buFont typeface="System Font Regular"/>
              <a:buChar char="–"/>
              <a:tabLst/>
              <a:defRPr lang="en-US" sz="1800" b="0" i="0" u="none" strike="noStrike" cap="none" spc="0" baseline="0" dirty="0" smtClean="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a:t>
            </a:r>
          </a:p>
          <a:p>
            <a:pPr lvl="0"/>
            <a:r>
              <a:rPr lang="en-US"/>
              <a:t>Bullet</a:t>
            </a:r>
          </a:p>
          <a:p>
            <a:pPr lvl="0"/>
            <a:r>
              <a:rPr lang="en-US"/>
              <a:t>Bullet</a:t>
            </a:r>
          </a:p>
        </p:txBody>
      </p:sp>
      <p:sp>
        <p:nvSpPr>
          <p:cNvPr id="24" name="Text Placeholder 5">
            <a:extLst>
              <a:ext uri="{FF2B5EF4-FFF2-40B4-BE49-F238E27FC236}">
                <a16:creationId xmlns:a16="http://schemas.microsoft.com/office/drawing/2014/main" id="{B6916849-75ED-EE4B-9F80-5899AA09FE44}"/>
              </a:ext>
            </a:extLst>
          </p:cNvPr>
          <p:cNvSpPr>
            <a:spLocks noGrp="1"/>
          </p:cNvSpPr>
          <p:nvPr>
            <p:ph type="body" sz="quarter" idx="33" hasCustomPrompt="1"/>
          </p:nvPr>
        </p:nvSpPr>
        <p:spPr>
          <a:xfrm>
            <a:off x="6400800" y="2445872"/>
            <a:ext cx="5486400" cy="3374364"/>
          </a:xfrm>
          <a:prstGeom prst="rect">
            <a:avLst/>
          </a:prstGeom>
        </p:spPr>
        <p:txBody>
          <a:bodyPr lIns="365760" tIns="365760" rIns="365760" bIns="365760">
            <a:normAutofit/>
          </a:bodyPr>
          <a:lstStyle>
            <a:lvl1pPr marL="283464" indent="-283464" algn="l">
              <a:lnSpc>
                <a:spcPct val="100000"/>
              </a:lnSpc>
              <a:spcBef>
                <a:spcPts val="600"/>
              </a:spcBef>
              <a:defRPr sz="1800" b="0" i="0">
                <a:solidFill>
                  <a:schemeClr val="tx1"/>
                </a:solidFill>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solidFill>
                  <a:schemeClr val="tx1"/>
                </a:solidFill>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solidFill>
                  <a:schemeClr val="tx1"/>
                </a:solidFill>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solidFill>
                  <a:schemeClr val="tx1"/>
                </a:solidFill>
                <a:latin typeface="Xfinity Brown Light" panose="02010404010101010103" pitchFamily="2" charset="77"/>
                <a:cs typeface="Xfinity Brown Light" panose="02010404010101010103" pitchFamily="2" charset="77"/>
              </a:defRPr>
            </a:lvl4pPr>
            <a:lvl5pPr marL="1663065" marR="0" indent="-428625" algn="l" defTabSz="619125" rtl="0" eaLnBrk="1" fontAlgn="auto" latinLnBrk="0" hangingPunct="1">
              <a:lnSpc>
                <a:spcPct val="100000"/>
              </a:lnSpc>
              <a:spcBef>
                <a:spcPts val="900"/>
              </a:spcBef>
              <a:spcAft>
                <a:spcPts val="0"/>
              </a:spcAft>
              <a:buClrTx/>
              <a:buSzTx/>
              <a:buFont typeface="System Font Regular"/>
              <a:buChar char="–"/>
              <a:tabLst/>
              <a:defRPr lang="en-US" sz="1800" b="0" i="0" u="none" strike="noStrike" cap="none" spc="0" baseline="0" dirty="0" smtClean="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a:t>
            </a:r>
          </a:p>
          <a:p>
            <a:pPr lvl="0"/>
            <a:r>
              <a:rPr lang="en-US"/>
              <a:t>Bullet</a:t>
            </a:r>
          </a:p>
          <a:p>
            <a:pPr lvl="0"/>
            <a:r>
              <a:rPr lang="en-US"/>
              <a:t>Bullet</a:t>
            </a:r>
          </a:p>
        </p:txBody>
      </p:sp>
      <p:sp>
        <p:nvSpPr>
          <p:cNvPr id="25" name="Text Placeholder 5">
            <a:extLst>
              <a:ext uri="{FF2B5EF4-FFF2-40B4-BE49-F238E27FC236}">
                <a16:creationId xmlns:a16="http://schemas.microsoft.com/office/drawing/2014/main" id="{E9FEFB08-C6B3-E648-B1AC-8AC346D12C50}"/>
              </a:ext>
            </a:extLst>
          </p:cNvPr>
          <p:cNvSpPr>
            <a:spLocks noGrp="1"/>
          </p:cNvSpPr>
          <p:nvPr>
            <p:ph type="body" sz="quarter" idx="34" hasCustomPrompt="1"/>
          </p:nvPr>
        </p:nvSpPr>
        <p:spPr>
          <a:xfrm>
            <a:off x="6400800" y="6065254"/>
            <a:ext cx="5486400" cy="3362156"/>
          </a:xfrm>
          <a:prstGeom prst="rect">
            <a:avLst/>
          </a:prstGeom>
        </p:spPr>
        <p:txBody>
          <a:bodyPr lIns="365760" tIns="365760" rIns="365760" bIns="365760">
            <a:normAutofit/>
          </a:bodyPr>
          <a:lstStyle>
            <a:lvl1pPr marL="283464" indent="-283464" algn="l">
              <a:lnSpc>
                <a:spcPct val="100000"/>
              </a:lnSpc>
              <a:spcBef>
                <a:spcPts val="600"/>
              </a:spcBef>
              <a:defRPr sz="1800" b="0" i="0">
                <a:solidFill>
                  <a:schemeClr val="tx1"/>
                </a:solidFill>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solidFill>
                  <a:schemeClr val="tx1"/>
                </a:solidFill>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solidFill>
                  <a:schemeClr val="tx1"/>
                </a:solidFill>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solidFill>
                  <a:schemeClr val="tx1"/>
                </a:solidFill>
                <a:latin typeface="Xfinity Brown Light" panose="02010404010101010103" pitchFamily="2" charset="77"/>
                <a:cs typeface="Xfinity Brown Light" panose="02010404010101010103" pitchFamily="2" charset="77"/>
              </a:defRPr>
            </a:lvl4pPr>
            <a:lvl5pPr marL="1663065" marR="0" indent="-428625" algn="l" defTabSz="619125" rtl="0" eaLnBrk="1" fontAlgn="auto" latinLnBrk="0" hangingPunct="1">
              <a:lnSpc>
                <a:spcPct val="100000"/>
              </a:lnSpc>
              <a:spcBef>
                <a:spcPts val="900"/>
              </a:spcBef>
              <a:spcAft>
                <a:spcPts val="0"/>
              </a:spcAft>
              <a:buClrTx/>
              <a:buSzTx/>
              <a:buFont typeface="System Font Regular"/>
              <a:buChar char="–"/>
              <a:tabLst/>
              <a:defRPr lang="en-US" sz="1800" b="0" i="0" u="none" strike="noStrike" cap="none" spc="0" baseline="0" dirty="0" smtClean="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a:t>
            </a:r>
          </a:p>
          <a:p>
            <a:pPr lvl="0"/>
            <a:r>
              <a:rPr lang="en-US"/>
              <a:t>Bullet</a:t>
            </a:r>
          </a:p>
          <a:p>
            <a:pPr lvl="0"/>
            <a:r>
              <a:rPr lang="en-US"/>
              <a:t>Bullet</a:t>
            </a:r>
          </a:p>
        </p:txBody>
      </p:sp>
      <p:sp>
        <p:nvSpPr>
          <p:cNvPr id="30" name="Text Placeholder 5">
            <a:extLst>
              <a:ext uri="{FF2B5EF4-FFF2-40B4-BE49-F238E27FC236}">
                <a16:creationId xmlns:a16="http://schemas.microsoft.com/office/drawing/2014/main" id="{89FE1DCE-87F9-E447-99AB-8007395111FA}"/>
              </a:ext>
            </a:extLst>
          </p:cNvPr>
          <p:cNvSpPr>
            <a:spLocks noGrp="1"/>
          </p:cNvSpPr>
          <p:nvPr>
            <p:ph type="body" sz="quarter" idx="35" hasCustomPrompt="1"/>
          </p:nvPr>
        </p:nvSpPr>
        <p:spPr>
          <a:xfrm>
            <a:off x="12115800" y="2445872"/>
            <a:ext cx="5486400" cy="3374364"/>
          </a:xfrm>
          <a:prstGeom prst="rect">
            <a:avLst/>
          </a:prstGeom>
        </p:spPr>
        <p:txBody>
          <a:bodyPr lIns="365760" tIns="365760" rIns="365760" bIns="365760">
            <a:normAutofit/>
          </a:bodyPr>
          <a:lstStyle>
            <a:lvl1pPr marL="283464" indent="-283464" algn="l">
              <a:lnSpc>
                <a:spcPct val="100000"/>
              </a:lnSpc>
              <a:spcBef>
                <a:spcPts val="600"/>
              </a:spcBef>
              <a:defRPr sz="1800" b="0" i="0">
                <a:solidFill>
                  <a:schemeClr val="tx1"/>
                </a:solidFill>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solidFill>
                  <a:schemeClr val="tx1"/>
                </a:solidFill>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solidFill>
                  <a:schemeClr val="tx1"/>
                </a:solidFill>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solidFill>
                  <a:schemeClr val="tx1"/>
                </a:solidFill>
                <a:latin typeface="Xfinity Brown Light" panose="02010404010101010103" pitchFamily="2" charset="77"/>
                <a:cs typeface="Xfinity Brown Light" panose="02010404010101010103" pitchFamily="2" charset="77"/>
              </a:defRPr>
            </a:lvl4pPr>
            <a:lvl5pPr marL="1663065" marR="0" indent="-428625" algn="l" defTabSz="619125" rtl="0" eaLnBrk="1" fontAlgn="auto" latinLnBrk="0" hangingPunct="1">
              <a:lnSpc>
                <a:spcPct val="100000"/>
              </a:lnSpc>
              <a:spcBef>
                <a:spcPts val="900"/>
              </a:spcBef>
              <a:spcAft>
                <a:spcPts val="0"/>
              </a:spcAft>
              <a:buClrTx/>
              <a:buSzTx/>
              <a:buFont typeface="System Font Regular"/>
              <a:buChar char="–"/>
              <a:tabLst/>
              <a:defRPr lang="en-US" sz="1800" b="0" i="0" u="none" strike="noStrike" cap="none" spc="0" baseline="0" dirty="0" smtClean="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a:t>
            </a:r>
          </a:p>
          <a:p>
            <a:pPr lvl="0"/>
            <a:r>
              <a:rPr lang="en-US"/>
              <a:t>Bullet</a:t>
            </a:r>
          </a:p>
          <a:p>
            <a:pPr lvl="0"/>
            <a:r>
              <a:rPr lang="en-US"/>
              <a:t>Bullet</a:t>
            </a:r>
          </a:p>
        </p:txBody>
      </p:sp>
      <p:sp>
        <p:nvSpPr>
          <p:cNvPr id="31" name="Text Placeholder 5">
            <a:extLst>
              <a:ext uri="{FF2B5EF4-FFF2-40B4-BE49-F238E27FC236}">
                <a16:creationId xmlns:a16="http://schemas.microsoft.com/office/drawing/2014/main" id="{9C8820EE-01CF-2E4E-824A-F1DEEB78D6CE}"/>
              </a:ext>
            </a:extLst>
          </p:cNvPr>
          <p:cNvSpPr>
            <a:spLocks noGrp="1"/>
          </p:cNvSpPr>
          <p:nvPr>
            <p:ph type="body" sz="quarter" idx="36" hasCustomPrompt="1"/>
          </p:nvPr>
        </p:nvSpPr>
        <p:spPr>
          <a:xfrm>
            <a:off x="12115800" y="6065254"/>
            <a:ext cx="5486400" cy="3362156"/>
          </a:xfrm>
          <a:prstGeom prst="rect">
            <a:avLst/>
          </a:prstGeom>
        </p:spPr>
        <p:txBody>
          <a:bodyPr lIns="365760" tIns="365760" rIns="365760" bIns="365760">
            <a:normAutofit/>
          </a:bodyPr>
          <a:lstStyle>
            <a:lvl1pPr marL="283464" indent="-283464" algn="l">
              <a:lnSpc>
                <a:spcPct val="100000"/>
              </a:lnSpc>
              <a:spcBef>
                <a:spcPts val="600"/>
              </a:spcBef>
              <a:defRPr sz="1800" b="0" i="0">
                <a:solidFill>
                  <a:schemeClr val="tx1"/>
                </a:solidFill>
                <a:latin typeface="+mn-lt"/>
                <a:cs typeface="Xfinity Brown Light" panose="02010404010101010103" pitchFamily="2" charset="77"/>
              </a:defRPr>
            </a:lvl1pPr>
            <a:lvl2pPr marL="411480" indent="-411480" algn="l">
              <a:spcBef>
                <a:spcPts val="900"/>
              </a:spcBef>
              <a:buFont typeface="Arial" panose="020B0604020202020204" pitchFamily="34" charset="0"/>
              <a:buChar char="•"/>
              <a:defRPr sz="1800" b="0" i="0">
                <a:solidFill>
                  <a:schemeClr val="tx1"/>
                </a:solidFill>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solidFill>
                  <a:schemeClr val="tx1"/>
                </a:solidFill>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solidFill>
                  <a:schemeClr val="tx1"/>
                </a:solidFill>
                <a:latin typeface="Xfinity Brown Light" panose="02010404010101010103" pitchFamily="2" charset="77"/>
                <a:cs typeface="Xfinity Brown Light" panose="02010404010101010103" pitchFamily="2" charset="77"/>
              </a:defRPr>
            </a:lvl4pPr>
            <a:lvl5pPr marL="1663065" marR="0" indent="-428625" algn="l" defTabSz="619125" rtl="0" eaLnBrk="1" fontAlgn="auto" latinLnBrk="0" hangingPunct="1">
              <a:lnSpc>
                <a:spcPct val="100000"/>
              </a:lnSpc>
              <a:spcBef>
                <a:spcPts val="900"/>
              </a:spcBef>
              <a:spcAft>
                <a:spcPts val="0"/>
              </a:spcAft>
              <a:buClrTx/>
              <a:buSzTx/>
              <a:buFont typeface="System Font Regular"/>
              <a:buChar char="–"/>
              <a:tabLst/>
              <a:defRPr lang="en-US" sz="1800" b="0" i="0" u="none" strike="noStrike" cap="none" spc="0" baseline="0" dirty="0" smtClean="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It should be 18 pts normally but no smaller than 14 pts. </a:t>
            </a:r>
          </a:p>
          <a:p>
            <a:pPr lvl="0"/>
            <a:r>
              <a:rPr lang="en-US"/>
              <a:t>Bullet</a:t>
            </a:r>
          </a:p>
          <a:p>
            <a:pPr lvl="0"/>
            <a:r>
              <a:rPr lang="en-US"/>
              <a:t>Bullet</a:t>
            </a:r>
          </a:p>
        </p:txBody>
      </p:sp>
      <p:sp>
        <p:nvSpPr>
          <p:cNvPr id="20" name="Slide Number">
            <a:extLst>
              <a:ext uri="{FF2B5EF4-FFF2-40B4-BE49-F238E27FC236}">
                <a16:creationId xmlns:a16="http://schemas.microsoft.com/office/drawing/2014/main" id="{F35EFDF7-D360-1B46-B5D4-955293507FA9}"/>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6" name="Slide Number">
            <a:extLst>
              <a:ext uri="{FF2B5EF4-FFF2-40B4-BE49-F238E27FC236}">
                <a16:creationId xmlns:a16="http://schemas.microsoft.com/office/drawing/2014/main" id="{7176F863-D823-F282-B939-7AA88F09AD75}"/>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2" name="Graphic 1">
            <a:extLst>
              <a:ext uri="{FF2B5EF4-FFF2-40B4-BE49-F238E27FC236}">
                <a16:creationId xmlns:a16="http://schemas.microsoft.com/office/drawing/2014/main" id="{BC596457-F64F-A56F-D0EC-C8CFC71C2EC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35599927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_3-Box">
    <p:bg>
      <p:bgPr>
        <a:solidFill>
          <a:schemeClr val="bg1"/>
        </a:solidFill>
        <a:effectLst/>
      </p:bgPr>
    </p:bg>
    <p:spTree>
      <p:nvGrpSpPr>
        <p:cNvPr id="1" name=""/>
        <p:cNvGrpSpPr/>
        <p:nvPr/>
      </p:nvGrpSpPr>
      <p:grpSpPr>
        <a:xfrm>
          <a:off x="0" y="0"/>
          <a:ext cx="0" cy="0"/>
          <a:chOff x="0" y="0"/>
          <a:chExt cx="0" cy="0"/>
        </a:xfrm>
      </p:grpSpPr>
      <p:sp>
        <p:nvSpPr>
          <p:cNvPr id="10" name="Text Placeholder 8">
            <a:extLst>
              <a:ext uri="{FF2B5EF4-FFF2-40B4-BE49-F238E27FC236}">
                <a16:creationId xmlns:a16="http://schemas.microsoft.com/office/drawing/2014/main" id="{36FDFAA2-4508-D1DD-32A1-16F1AC250CC4}"/>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7" name="Text Placeholder 6">
            <a:extLst>
              <a:ext uri="{FF2B5EF4-FFF2-40B4-BE49-F238E27FC236}">
                <a16:creationId xmlns:a16="http://schemas.microsoft.com/office/drawing/2014/main" id="{48437D04-0DB2-8004-A0FA-D3323C7CF94C}"/>
              </a:ext>
            </a:extLst>
          </p:cNvPr>
          <p:cNvSpPr>
            <a:spLocks noGrp="1"/>
          </p:cNvSpPr>
          <p:nvPr>
            <p:ph type="body" sz="quarter" idx="14" hasCustomPrompt="1"/>
          </p:nvPr>
        </p:nvSpPr>
        <p:spPr>
          <a:xfrm>
            <a:off x="685800" y="984379"/>
            <a:ext cx="14058900" cy="886397"/>
          </a:xfrm>
        </p:spPr>
        <p:txBody>
          <a:bodyPr wrap="square" lIns="0" tIns="0" rIns="0" bIns="0">
            <a:spAutoFit/>
          </a:bodyPr>
          <a:lstStyle>
            <a:lvl1pPr marL="0" indent="0">
              <a:spcBef>
                <a:spcPts val="0"/>
              </a:spcBef>
              <a:buNone/>
              <a:defRPr sz="3200" spc="-150">
                <a:latin typeface="+mj-lt"/>
              </a:defRPr>
            </a:lvl1pPr>
          </a:lstStyle>
          <a:p>
            <a:pPr lvl="0"/>
            <a:r>
              <a:rPr lang="en-US"/>
              <a:t>This is a slide title. Tracking set to ‘tight’. </a:t>
            </a:r>
            <a:br>
              <a:rPr lang="en-US"/>
            </a:br>
            <a:r>
              <a:rPr lang="en-US"/>
              <a:t>It shouldn’t exceed two lines.</a:t>
            </a:r>
          </a:p>
        </p:txBody>
      </p:sp>
      <p:sp>
        <p:nvSpPr>
          <p:cNvPr id="2" name="Slide Number">
            <a:extLst>
              <a:ext uri="{FF2B5EF4-FFF2-40B4-BE49-F238E27FC236}">
                <a16:creationId xmlns:a16="http://schemas.microsoft.com/office/drawing/2014/main" id="{81F70B76-E5D7-54A2-0C7B-86DE4FA488DB}"/>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4" name="Slide Number">
            <a:extLst>
              <a:ext uri="{FF2B5EF4-FFF2-40B4-BE49-F238E27FC236}">
                <a16:creationId xmlns:a16="http://schemas.microsoft.com/office/drawing/2014/main" id="{1AE0E32C-A126-5112-BD0C-7217E4920E2B}"/>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sp>
        <p:nvSpPr>
          <p:cNvPr id="18" name="Text Placeholder 17">
            <a:extLst>
              <a:ext uri="{FF2B5EF4-FFF2-40B4-BE49-F238E27FC236}">
                <a16:creationId xmlns:a16="http://schemas.microsoft.com/office/drawing/2014/main" id="{42EBC5D1-DB9D-5FB0-E5A7-22F88F176958}"/>
              </a:ext>
            </a:extLst>
          </p:cNvPr>
          <p:cNvSpPr>
            <a:spLocks noGrp="1"/>
          </p:cNvSpPr>
          <p:nvPr>
            <p:ph type="body" sz="quarter" idx="15" hasCustomPrompt="1"/>
          </p:nvPr>
        </p:nvSpPr>
        <p:spPr>
          <a:xfrm>
            <a:off x="6408738" y="2454443"/>
            <a:ext cx="5478462" cy="6972968"/>
          </a:xfrm>
        </p:spPr>
        <p:txBody>
          <a:bodyPr lIns="365760" tIns="365760" rIns="365760" bIns="365760">
            <a:noAutofit/>
          </a:bodyPr>
          <a:lstStyle>
            <a:lvl1pPr>
              <a:defRPr sz="1800"/>
            </a:lvl1pPr>
            <a:lvl2pPr>
              <a:defRPr sz="1800"/>
            </a:lvl2pPr>
          </a:lstStyle>
          <a:p>
            <a:pPr marL="0" marR="0" lvl="1" indent="0" algn="l" defTabSz="412750" rtl="0" eaLnBrk="1" fontAlgn="auto" latinLnBrk="0" hangingPunct="1">
              <a:lnSpc>
                <a:spcPct val="100000"/>
              </a:lnSpc>
              <a:spcBef>
                <a:spcPts val="600"/>
              </a:spcBef>
              <a:spcAft>
                <a:spcPts val="0"/>
              </a:spcAft>
              <a:buClrTx/>
              <a:buSzTx/>
              <a:buNone/>
              <a:tabLst/>
              <a:defRPr/>
            </a:pPr>
            <a:r>
              <a:rPr lang="en-US" noProof="0">
                <a:sym typeface="Xfinity Brown" panose="02010504010101010104" pitchFamily="50" charset="0"/>
              </a:rPr>
              <a:t>This is body copy set in Xfinity Brown. It should be 18 pts normally but no smaller than 14 pts. </a:t>
            </a:r>
          </a:p>
          <a:p>
            <a:pPr marL="285750" marR="0" lvl="1" indent="-285750" algn="l" defTabSz="41275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noProof="0">
                <a:sym typeface="Xfinity Brown" panose="02010504010101010104" pitchFamily="50" charset="0"/>
              </a:rPr>
              <a:t>Bullet</a:t>
            </a:r>
          </a:p>
          <a:p>
            <a:pPr marL="285750" marR="0" lvl="1" indent="-285750" algn="l" defTabSz="41275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noProof="0">
                <a:sym typeface="Xfinity Brown" panose="02010504010101010104" pitchFamily="50" charset="0"/>
              </a:rPr>
              <a:t>Bullet</a:t>
            </a:r>
          </a:p>
          <a:p>
            <a:pPr algn="l">
              <a:lnSpc>
                <a:spcPct val="100000"/>
              </a:lnSpc>
            </a:pPr>
            <a:endParaRPr lang="en-US"/>
          </a:p>
        </p:txBody>
      </p:sp>
      <p:sp>
        <p:nvSpPr>
          <p:cNvPr id="19" name="Text Placeholder 17">
            <a:extLst>
              <a:ext uri="{FF2B5EF4-FFF2-40B4-BE49-F238E27FC236}">
                <a16:creationId xmlns:a16="http://schemas.microsoft.com/office/drawing/2014/main" id="{6F1A03AD-C2B6-AED8-FB6A-76CE09A5E284}"/>
              </a:ext>
            </a:extLst>
          </p:cNvPr>
          <p:cNvSpPr>
            <a:spLocks noGrp="1"/>
          </p:cNvSpPr>
          <p:nvPr>
            <p:ph type="body" sz="quarter" idx="16" hasCustomPrompt="1"/>
          </p:nvPr>
        </p:nvSpPr>
        <p:spPr>
          <a:xfrm>
            <a:off x="693738" y="2454443"/>
            <a:ext cx="5478462" cy="6972968"/>
          </a:xfrm>
        </p:spPr>
        <p:txBody>
          <a:bodyPr lIns="365760" tIns="365760" rIns="365760" bIns="365760">
            <a:noAutofit/>
          </a:bodyPr>
          <a:lstStyle>
            <a:lvl1pPr>
              <a:defRPr sz="1800"/>
            </a:lvl1pPr>
            <a:lvl2pPr>
              <a:defRPr sz="1800"/>
            </a:lvl2pPr>
          </a:lstStyle>
          <a:p>
            <a:pPr marL="0" marR="0" lvl="1" indent="0" algn="l" defTabSz="412750" rtl="0" eaLnBrk="1" fontAlgn="auto" latinLnBrk="0" hangingPunct="1">
              <a:lnSpc>
                <a:spcPct val="100000"/>
              </a:lnSpc>
              <a:spcBef>
                <a:spcPts val="600"/>
              </a:spcBef>
              <a:spcAft>
                <a:spcPts val="0"/>
              </a:spcAft>
              <a:buClrTx/>
              <a:buSzTx/>
              <a:buNone/>
              <a:tabLst/>
              <a:defRPr/>
            </a:pPr>
            <a:r>
              <a:rPr lang="en-US" noProof="0">
                <a:sym typeface="Xfinity Brown" panose="02010504010101010104" pitchFamily="50" charset="0"/>
              </a:rPr>
              <a:t>This is body copy set in Xfinity Brown. It should be 18 pts normally but no smaller than 14 pts. </a:t>
            </a:r>
          </a:p>
          <a:p>
            <a:pPr marL="285750" marR="0" lvl="1" indent="-285750" algn="l" defTabSz="41275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noProof="0">
                <a:sym typeface="Xfinity Brown" panose="02010504010101010104" pitchFamily="50" charset="0"/>
              </a:rPr>
              <a:t>Bullet</a:t>
            </a:r>
          </a:p>
          <a:p>
            <a:pPr marL="285750" marR="0" lvl="1" indent="-285750" algn="l" defTabSz="41275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noProof="0">
                <a:sym typeface="Xfinity Brown" panose="02010504010101010104" pitchFamily="50" charset="0"/>
              </a:rPr>
              <a:t>Bullet</a:t>
            </a:r>
          </a:p>
          <a:p>
            <a:pPr algn="l">
              <a:lnSpc>
                <a:spcPct val="100000"/>
              </a:lnSpc>
            </a:pPr>
            <a:endParaRPr lang="en-US"/>
          </a:p>
        </p:txBody>
      </p:sp>
      <p:sp>
        <p:nvSpPr>
          <p:cNvPr id="20" name="Text Placeholder 17">
            <a:extLst>
              <a:ext uri="{FF2B5EF4-FFF2-40B4-BE49-F238E27FC236}">
                <a16:creationId xmlns:a16="http://schemas.microsoft.com/office/drawing/2014/main" id="{34CB9E6A-2E6A-0C65-8D57-D316732CC50B}"/>
              </a:ext>
            </a:extLst>
          </p:cNvPr>
          <p:cNvSpPr>
            <a:spLocks noGrp="1"/>
          </p:cNvSpPr>
          <p:nvPr>
            <p:ph type="body" sz="quarter" idx="17" hasCustomPrompt="1"/>
          </p:nvPr>
        </p:nvSpPr>
        <p:spPr>
          <a:xfrm>
            <a:off x="12115800" y="2454443"/>
            <a:ext cx="5486400" cy="6972968"/>
          </a:xfrm>
        </p:spPr>
        <p:txBody>
          <a:bodyPr lIns="365760" tIns="365760" rIns="365760" bIns="365760">
            <a:noAutofit/>
          </a:bodyPr>
          <a:lstStyle>
            <a:lvl1pPr>
              <a:defRPr sz="1800"/>
            </a:lvl1pPr>
            <a:lvl2pPr>
              <a:defRPr sz="1800"/>
            </a:lvl2pPr>
          </a:lstStyle>
          <a:p>
            <a:pPr marL="0" marR="0" lvl="1" indent="0" algn="l" defTabSz="412750" rtl="0" eaLnBrk="1" fontAlgn="auto" latinLnBrk="0" hangingPunct="1">
              <a:lnSpc>
                <a:spcPct val="100000"/>
              </a:lnSpc>
              <a:spcBef>
                <a:spcPts val="600"/>
              </a:spcBef>
              <a:spcAft>
                <a:spcPts val="0"/>
              </a:spcAft>
              <a:buClrTx/>
              <a:buSzTx/>
              <a:buNone/>
              <a:tabLst/>
              <a:defRPr/>
            </a:pPr>
            <a:r>
              <a:rPr lang="en-US" noProof="0">
                <a:sym typeface="Xfinity Brown" panose="02010504010101010104" pitchFamily="50" charset="0"/>
              </a:rPr>
              <a:t>This is body copy set in Xfinity Brown. It should be 18 pts normally but no smaller than 14 pts. </a:t>
            </a:r>
          </a:p>
          <a:p>
            <a:pPr marL="285750" marR="0" lvl="1" indent="-285750" algn="l" defTabSz="41275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noProof="0">
                <a:sym typeface="Xfinity Brown" panose="02010504010101010104" pitchFamily="50" charset="0"/>
              </a:rPr>
              <a:t>Bullet</a:t>
            </a:r>
          </a:p>
          <a:p>
            <a:pPr marL="285750" marR="0" lvl="1" indent="-285750" algn="l" defTabSz="41275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noProof="0">
                <a:sym typeface="Xfinity Brown" panose="02010504010101010104" pitchFamily="50" charset="0"/>
              </a:rPr>
              <a:t>Bullet</a:t>
            </a:r>
          </a:p>
          <a:p>
            <a:pPr algn="l">
              <a:lnSpc>
                <a:spcPct val="100000"/>
              </a:lnSpc>
            </a:pPr>
            <a:endParaRPr lang="en-US"/>
          </a:p>
        </p:txBody>
      </p:sp>
      <p:pic>
        <p:nvPicPr>
          <p:cNvPr id="5" name="Graphic 4">
            <a:extLst>
              <a:ext uri="{FF2B5EF4-FFF2-40B4-BE49-F238E27FC236}">
                <a16:creationId xmlns:a16="http://schemas.microsoft.com/office/drawing/2014/main" id="{48C4C62B-79E4-8E5B-25EB-299CF10C60C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3710204730"/>
      </p:ext>
    </p:extLst>
  </p:cSld>
  <p:clrMapOvr>
    <a:overrideClrMapping bg1="lt1" tx1="dk1" bg2="lt2" tx2="dk2" accent1="accent1" accent2="accent2" accent3="accent3" accent4="accent4" accent5="accent5" accent6="accent6" hlink="hlink" folHlink="folHlink"/>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_3-Box_Impact Grad">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Text Placeholder 8">
            <a:extLst>
              <a:ext uri="{FF2B5EF4-FFF2-40B4-BE49-F238E27FC236}">
                <a16:creationId xmlns:a16="http://schemas.microsoft.com/office/drawing/2014/main" id="{36FDFAA2-4508-D1DD-32A1-16F1AC250CC4}"/>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7" name="Text Placeholder 6">
            <a:extLst>
              <a:ext uri="{FF2B5EF4-FFF2-40B4-BE49-F238E27FC236}">
                <a16:creationId xmlns:a16="http://schemas.microsoft.com/office/drawing/2014/main" id="{48437D04-0DB2-8004-A0FA-D3323C7CF94C}"/>
              </a:ext>
            </a:extLst>
          </p:cNvPr>
          <p:cNvSpPr>
            <a:spLocks noGrp="1"/>
          </p:cNvSpPr>
          <p:nvPr>
            <p:ph type="body" sz="quarter" idx="14" hasCustomPrompt="1"/>
          </p:nvPr>
        </p:nvSpPr>
        <p:spPr>
          <a:xfrm>
            <a:off x="685800" y="984379"/>
            <a:ext cx="14058900" cy="886397"/>
          </a:xfrm>
        </p:spPr>
        <p:txBody>
          <a:bodyPr wrap="square" lIns="0" tIns="0" rIns="0" bIns="0">
            <a:spAutoFit/>
          </a:bodyPr>
          <a:lstStyle>
            <a:lvl1pPr marL="0" indent="0">
              <a:spcBef>
                <a:spcPts val="0"/>
              </a:spcBef>
              <a:buNone/>
              <a:defRPr sz="3200" spc="-150">
                <a:solidFill>
                  <a:schemeClr val="bg1"/>
                </a:solidFill>
                <a:latin typeface="+mj-lt"/>
              </a:defRPr>
            </a:lvl1pPr>
          </a:lstStyle>
          <a:p>
            <a:pPr lvl="0"/>
            <a:r>
              <a:rPr lang="en-US"/>
              <a:t>This is a slide title. Tracking set to ‘tight’. </a:t>
            </a:r>
            <a:br>
              <a:rPr lang="en-US"/>
            </a:br>
            <a:r>
              <a:rPr lang="en-US"/>
              <a:t>It shouldn’t exceed two lines.</a:t>
            </a:r>
          </a:p>
        </p:txBody>
      </p:sp>
      <p:sp>
        <p:nvSpPr>
          <p:cNvPr id="4" name="Text Placeholder 3">
            <a:extLst>
              <a:ext uri="{FF2B5EF4-FFF2-40B4-BE49-F238E27FC236}">
                <a16:creationId xmlns:a16="http://schemas.microsoft.com/office/drawing/2014/main" id="{E16236EF-7741-B14F-5315-910B444963B2}"/>
              </a:ext>
            </a:extLst>
          </p:cNvPr>
          <p:cNvSpPr>
            <a:spLocks noGrp="1"/>
          </p:cNvSpPr>
          <p:nvPr>
            <p:ph type="body" sz="quarter" idx="29" hasCustomPrompt="1"/>
          </p:nvPr>
        </p:nvSpPr>
        <p:spPr>
          <a:xfrm>
            <a:off x="685800" y="2454441"/>
            <a:ext cx="5486400" cy="6972970"/>
          </a:xfrm>
        </p:spPr>
        <p:txBody>
          <a:bodyPr lIns="365760" tIns="365760" rIns="365760" bIns="365760">
            <a:normAutofit/>
          </a:bodyPr>
          <a:lstStyle>
            <a:lvl1pPr marL="285750" indent="-285750">
              <a:lnSpc>
                <a:spcPct val="100000"/>
              </a:lnSpc>
              <a:spcBef>
                <a:spcPts val="600"/>
              </a:spcBef>
              <a:buFont typeface="Arial" panose="020B0604020202020204" pitchFamily="34" charset="0"/>
              <a:buChar char="•"/>
              <a:defRPr sz="1800">
                <a:solidFill>
                  <a:schemeClr val="bg1"/>
                </a:solidFill>
                <a:latin typeface="+mn-lt"/>
              </a:defRPr>
            </a:lvl1pPr>
          </a:lstStyle>
          <a:p>
            <a:pPr lvl="0"/>
            <a:r>
              <a:rPr lang="en-US"/>
              <a:t>This is body copy set in Xfinity Brown. It should be 18 pts normally but no smaller than 14 pts.</a:t>
            </a:r>
          </a:p>
          <a:p>
            <a:pPr lvl="0"/>
            <a:r>
              <a:rPr lang="en-US"/>
              <a:t>Bullet</a:t>
            </a:r>
          </a:p>
          <a:p>
            <a:pPr lvl="0"/>
            <a:r>
              <a:rPr lang="en-US"/>
              <a:t>Bullet</a:t>
            </a:r>
          </a:p>
        </p:txBody>
      </p:sp>
      <p:sp>
        <p:nvSpPr>
          <p:cNvPr id="11" name="Text Placeholder 3">
            <a:extLst>
              <a:ext uri="{FF2B5EF4-FFF2-40B4-BE49-F238E27FC236}">
                <a16:creationId xmlns:a16="http://schemas.microsoft.com/office/drawing/2014/main" id="{8B82F537-2761-876B-48DF-65AE71AF47F5}"/>
              </a:ext>
            </a:extLst>
          </p:cNvPr>
          <p:cNvSpPr>
            <a:spLocks noGrp="1"/>
          </p:cNvSpPr>
          <p:nvPr>
            <p:ph type="body" sz="quarter" idx="30" hasCustomPrompt="1"/>
          </p:nvPr>
        </p:nvSpPr>
        <p:spPr>
          <a:xfrm>
            <a:off x="6400800" y="2454441"/>
            <a:ext cx="5486400" cy="6972970"/>
          </a:xfrm>
        </p:spPr>
        <p:txBody>
          <a:bodyPr lIns="365760" tIns="365760" rIns="365760" bIns="365760">
            <a:normAutofit/>
          </a:bodyPr>
          <a:lstStyle>
            <a:lvl1pPr marL="285750" indent="-285750">
              <a:lnSpc>
                <a:spcPct val="100000"/>
              </a:lnSpc>
              <a:spcBef>
                <a:spcPts val="600"/>
              </a:spcBef>
              <a:buFont typeface="Arial" panose="020B0604020202020204" pitchFamily="34" charset="0"/>
              <a:buChar char="•"/>
              <a:defRPr sz="1800">
                <a:solidFill>
                  <a:schemeClr val="bg1"/>
                </a:solidFill>
                <a:latin typeface="+mn-lt"/>
              </a:defRPr>
            </a:lvl1pPr>
          </a:lstStyle>
          <a:p>
            <a:pPr lvl="0"/>
            <a:r>
              <a:rPr lang="en-US"/>
              <a:t>This is body copy set in Xfinity Brown. It should be 18 pts normally but no smaller than 14 pts.</a:t>
            </a:r>
          </a:p>
          <a:p>
            <a:pPr lvl="0"/>
            <a:r>
              <a:rPr lang="en-US"/>
              <a:t>Bullet</a:t>
            </a:r>
          </a:p>
          <a:p>
            <a:pPr lvl="0"/>
            <a:r>
              <a:rPr lang="en-US"/>
              <a:t>Bullet</a:t>
            </a:r>
          </a:p>
        </p:txBody>
      </p:sp>
      <p:sp>
        <p:nvSpPr>
          <p:cNvPr id="12" name="Text Placeholder 3">
            <a:extLst>
              <a:ext uri="{FF2B5EF4-FFF2-40B4-BE49-F238E27FC236}">
                <a16:creationId xmlns:a16="http://schemas.microsoft.com/office/drawing/2014/main" id="{5FCB2440-97C0-F412-9C40-80884C6FD23C}"/>
              </a:ext>
            </a:extLst>
          </p:cNvPr>
          <p:cNvSpPr>
            <a:spLocks noGrp="1"/>
          </p:cNvSpPr>
          <p:nvPr>
            <p:ph type="body" sz="quarter" idx="31" hasCustomPrompt="1"/>
          </p:nvPr>
        </p:nvSpPr>
        <p:spPr>
          <a:xfrm>
            <a:off x="12115800" y="2454441"/>
            <a:ext cx="5486400" cy="6972970"/>
          </a:xfrm>
        </p:spPr>
        <p:txBody>
          <a:bodyPr lIns="365760" tIns="365760" rIns="365760" bIns="365760">
            <a:normAutofit/>
          </a:bodyPr>
          <a:lstStyle>
            <a:lvl1pPr marL="285750" indent="-285750">
              <a:lnSpc>
                <a:spcPct val="100000"/>
              </a:lnSpc>
              <a:spcBef>
                <a:spcPts val="600"/>
              </a:spcBef>
              <a:buFont typeface="Arial" panose="020B0604020202020204" pitchFamily="34" charset="0"/>
              <a:buChar char="•"/>
              <a:defRPr sz="1800">
                <a:solidFill>
                  <a:schemeClr val="bg1"/>
                </a:solidFill>
                <a:latin typeface="+mn-lt"/>
              </a:defRPr>
            </a:lvl1pPr>
          </a:lstStyle>
          <a:p>
            <a:pPr lvl="0"/>
            <a:r>
              <a:rPr lang="en-US"/>
              <a:t>This is body copy set in Xfinity Brown. It should be 18 pts normally but no smaller than 14 pts.</a:t>
            </a:r>
          </a:p>
          <a:p>
            <a:pPr lvl="0"/>
            <a:r>
              <a:rPr lang="en-US"/>
              <a:t>Bullet</a:t>
            </a:r>
          </a:p>
          <a:p>
            <a:pPr lvl="0"/>
            <a:r>
              <a:rPr lang="en-US"/>
              <a:t>Bullet</a:t>
            </a:r>
          </a:p>
        </p:txBody>
      </p:sp>
      <p:sp>
        <p:nvSpPr>
          <p:cNvPr id="6" name="Slide Number">
            <a:extLst>
              <a:ext uri="{FF2B5EF4-FFF2-40B4-BE49-F238E27FC236}">
                <a16:creationId xmlns:a16="http://schemas.microsoft.com/office/drawing/2014/main" id="{9EC1CDDC-6B5F-7302-B605-D586FC948A93}"/>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1"/>
                </a:solidFill>
                <a:latin typeface="+mn-lt"/>
              </a:rPr>
              <a:pPr algn="r"/>
              <a:t>‹#›</a:t>
            </a:fld>
            <a:endParaRPr lang="en-US" sz="1200">
              <a:solidFill>
                <a:schemeClr val="bg1"/>
              </a:solidFill>
              <a:latin typeface="+mn-lt"/>
            </a:endParaRPr>
          </a:p>
        </p:txBody>
      </p:sp>
      <p:sp>
        <p:nvSpPr>
          <p:cNvPr id="9" name="Slide Number">
            <a:extLst>
              <a:ext uri="{FF2B5EF4-FFF2-40B4-BE49-F238E27FC236}">
                <a16:creationId xmlns:a16="http://schemas.microsoft.com/office/drawing/2014/main" id="{291CE8E8-FB6A-8744-E553-B4A394F3644A}"/>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pic>
        <p:nvPicPr>
          <p:cNvPr id="2" name="Graphic 1">
            <a:extLst>
              <a:ext uri="{FF2B5EF4-FFF2-40B4-BE49-F238E27FC236}">
                <a16:creationId xmlns:a16="http://schemas.microsoft.com/office/drawing/2014/main" id="{73841A8D-5DBC-19B8-B1B0-A48E1BA568B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12479192"/>
      </p:ext>
    </p:extLst>
  </p:cSld>
  <p:clrMapOvr>
    <a:overrideClrMapping bg1="lt1" tx1="dk1" bg2="lt2" tx2="dk2" accent1="accent1" accent2="accent2" accent3="accent3" accent4="accent4" accent5="accent5" accent6="accent6" hlink="hlink" folHlink="folHlink"/>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_3-Box_Impact">
    <p:bg>
      <p:bgPr>
        <a:solidFill>
          <a:schemeClr val="tx2"/>
        </a:solidFill>
        <a:effectLst/>
      </p:bgPr>
    </p:bg>
    <p:spTree>
      <p:nvGrpSpPr>
        <p:cNvPr id="1" name=""/>
        <p:cNvGrpSpPr/>
        <p:nvPr/>
      </p:nvGrpSpPr>
      <p:grpSpPr>
        <a:xfrm>
          <a:off x="0" y="0"/>
          <a:ext cx="0" cy="0"/>
          <a:chOff x="0" y="0"/>
          <a:chExt cx="0" cy="0"/>
        </a:xfrm>
      </p:grpSpPr>
      <p:sp>
        <p:nvSpPr>
          <p:cNvPr id="10" name="Text Placeholder 8">
            <a:extLst>
              <a:ext uri="{FF2B5EF4-FFF2-40B4-BE49-F238E27FC236}">
                <a16:creationId xmlns:a16="http://schemas.microsoft.com/office/drawing/2014/main" id="{36FDFAA2-4508-D1DD-32A1-16F1AC250CC4}"/>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7" name="Text Placeholder 6">
            <a:extLst>
              <a:ext uri="{FF2B5EF4-FFF2-40B4-BE49-F238E27FC236}">
                <a16:creationId xmlns:a16="http://schemas.microsoft.com/office/drawing/2014/main" id="{48437D04-0DB2-8004-A0FA-D3323C7CF94C}"/>
              </a:ext>
            </a:extLst>
          </p:cNvPr>
          <p:cNvSpPr>
            <a:spLocks noGrp="1"/>
          </p:cNvSpPr>
          <p:nvPr>
            <p:ph type="body" sz="quarter" idx="14" hasCustomPrompt="1"/>
          </p:nvPr>
        </p:nvSpPr>
        <p:spPr>
          <a:xfrm>
            <a:off x="685800" y="984379"/>
            <a:ext cx="14058900" cy="886397"/>
          </a:xfrm>
        </p:spPr>
        <p:txBody>
          <a:bodyPr wrap="square" lIns="0" tIns="0" rIns="0" bIns="0">
            <a:spAutoFit/>
          </a:bodyPr>
          <a:lstStyle>
            <a:lvl1pPr marL="0" indent="0">
              <a:spcBef>
                <a:spcPts val="0"/>
              </a:spcBef>
              <a:buNone/>
              <a:defRPr sz="3200" spc="-150">
                <a:solidFill>
                  <a:schemeClr val="bg1"/>
                </a:solidFill>
                <a:latin typeface="+mj-lt"/>
              </a:defRPr>
            </a:lvl1pPr>
          </a:lstStyle>
          <a:p>
            <a:pPr lvl="0"/>
            <a:r>
              <a:rPr lang="en-US"/>
              <a:t>This is a slide title. Tracking set to ‘tight’. </a:t>
            </a:r>
            <a:br>
              <a:rPr lang="en-US"/>
            </a:br>
            <a:r>
              <a:rPr lang="en-US"/>
              <a:t>It shouldn’t exceed two lines.</a:t>
            </a:r>
          </a:p>
        </p:txBody>
      </p:sp>
      <p:sp>
        <p:nvSpPr>
          <p:cNvPr id="4" name="Text Placeholder 3">
            <a:extLst>
              <a:ext uri="{FF2B5EF4-FFF2-40B4-BE49-F238E27FC236}">
                <a16:creationId xmlns:a16="http://schemas.microsoft.com/office/drawing/2014/main" id="{E16236EF-7741-B14F-5315-910B444963B2}"/>
              </a:ext>
            </a:extLst>
          </p:cNvPr>
          <p:cNvSpPr>
            <a:spLocks noGrp="1"/>
          </p:cNvSpPr>
          <p:nvPr>
            <p:ph type="body" sz="quarter" idx="29" hasCustomPrompt="1"/>
          </p:nvPr>
        </p:nvSpPr>
        <p:spPr>
          <a:xfrm>
            <a:off x="685800" y="2454441"/>
            <a:ext cx="5486400" cy="6972970"/>
          </a:xfrm>
        </p:spPr>
        <p:txBody>
          <a:bodyPr lIns="365760" tIns="365760" rIns="365760" bIns="365760">
            <a:normAutofit/>
          </a:bodyPr>
          <a:lstStyle>
            <a:lvl1pPr marL="285750" indent="-285750">
              <a:lnSpc>
                <a:spcPct val="100000"/>
              </a:lnSpc>
              <a:spcBef>
                <a:spcPts val="600"/>
              </a:spcBef>
              <a:buFont typeface="Arial" panose="020B0604020202020204" pitchFamily="34" charset="0"/>
              <a:buChar char="•"/>
              <a:defRPr sz="1800">
                <a:solidFill>
                  <a:schemeClr val="bg1"/>
                </a:solidFill>
                <a:latin typeface="+mn-lt"/>
              </a:defRPr>
            </a:lvl1pPr>
          </a:lstStyle>
          <a:p>
            <a:pPr lvl="0"/>
            <a:r>
              <a:rPr lang="en-US"/>
              <a:t>This is body copy set in Xfinity Brown. It should be 18 pts normally but no smaller than 14 pts.</a:t>
            </a:r>
          </a:p>
          <a:p>
            <a:pPr lvl="0"/>
            <a:r>
              <a:rPr lang="en-US"/>
              <a:t>Bullet</a:t>
            </a:r>
          </a:p>
          <a:p>
            <a:pPr lvl="0"/>
            <a:r>
              <a:rPr lang="en-US"/>
              <a:t>Bullet</a:t>
            </a:r>
          </a:p>
        </p:txBody>
      </p:sp>
      <p:sp>
        <p:nvSpPr>
          <p:cNvPr id="11" name="Text Placeholder 3">
            <a:extLst>
              <a:ext uri="{FF2B5EF4-FFF2-40B4-BE49-F238E27FC236}">
                <a16:creationId xmlns:a16="http://schemas.microsoft.com/office/drawing/2014/main" id="{8B82F537-2761-876B-48DF-65AE71AF47F5}"/>
              </a:ext>
            </a:extLst>
          </p:cNvPr>
          <p:cNvSpPr>
            <a:spLocks noGrp="1"/>
          </p:cNvSpPr>
          <p:nvPr>
            <p:ph type="body" sz="quarter" idx="30" hasCustomPrompt="1"/>
          </p:nvPr>
        </p:nvSpPr>
        <p:spPr>
          <a:xfrm>
            <a:off x="6400800" y="2454441"/>
            <a:ext cx="5486400" cy="6972970"/>
          </a:xfrm>
        </p:spPr>
        <p:txBody>
          <a:bodyPr lIns="365760" tIns="365760" rIns="365760" bIns="365760">
            <a:normAutofit/>
          </a:bodyPr>
          <a:lstStyle>
            <a:lvl1pPr marL="285750" indent="-285750">
              <a:lnSpc>
                <a:spcPct val="100000"/>
              </a:lnSpc>
              <a:spcBef>
                <a:spcPts val="600"/>
              </a:spcBef>
              <a:buFont typeface="Arial" panose="020B0604020202020204" pitchFamily="34" charset="0"/>
              <a:buChar char="•"/>
              <a:defRPr sz="1800">
                <a:solidFill>
                  <a:schemeClr val="bg1"/>
                </a:solidFill>
                <a:latin typeface="+mn-lt"/>
              </a:defRPr>
            </a:lvl1pPr>
          </a:lstStyle>
          <a:p>
            <a:pPr lvl="0"/>
            <a:r>
              <a:rPr lang="en-US"/>
              <a:t>This is body copy set in Xfinity Brown. It should be 18 pts normally but no smaller than 14 pts.</a:t>
            </a:r>
          </a:p>
          <a:p>
            <a:pPr lvl="0"/>
            <a:r>
              <a:rPr lang="en-US"/>
              <a:t>Bullet</a:t>
            </a:r>
          </a:p>
          <a:p>
            <a:pPr lvl="0"/>
            <a:r>
              <a:rPr lang="en-US"/>
              <a:t>Bullet</a:t>
            </a:r>
          </a:p>
        </p:txBody>
      </p:sp>
      <p:sp>
        <p:nvSpPr>
          <p:cNvPr id="12" name="Text Placeholder 3">
            <a:extLst>
              <a:ext uri="{FF2B5EF4-FFF2-40B4-BE49-F238E27FC236}">
                <a16:creationId xmlns:a16="http://schemas.microsoft.com/office/drawing/2014/main" id="{5FCB2440-97C0-F412-9C40-80884C6FD23C}"/>
              </a:ext>
            </a:extLst>
          </p:cNvPr>
          <p:cNvSpPr>
            <a:spLocks noGrp="1"/>
          </p:cNvSpPr>
          <p:nvPr>
            <p:ph type="body" sz="quarter" idx="31" hasCustomPrompt="1"/>
          </p:nvPr>
        </p:nvSpPr>
        <p:spPr>
          <a:xfrm>
            <a:off x="12115800" y="2454441"/>
            <a:ext cx="5486400" cy="6972970"/>
          </a:xfrm>
        </p:spPr>
        <p:txBody>
          <a:bodyPr lIns="365760" tIns="365760" rIns="365760" bIns="365760">
            <a:normAutofit/>
          </a:bodyPr>
          <a:lstStyle>
            <a:lvl1pPr marL="285750" indent="-285750">
              <a:lnSpc>
                <a:spcPct val="100000"/>
              </a:lnSpc>
              <a:spcBef>
                <a:spcPts val="600"/>
              </a:spcBef>
              <a:buFont typeface="Arial" panose="020B0604020202020204" pitchFamily="34" charset="0"/>
              <a:buChar char="•"/>
              <a:defRPr sz="1800">
                <a:solidFill>
                  <a:schemeClr val="bg1"/>
                </a:solidFill>
                <a:latin typeface="+mn-lt"/>
              </a:defRPr>
            </a:lvl1pPr>
          </a:lstStyle>
          <a:p>
            <a:pPr lvl="0"/>
            <a:r>
              <a:rPr lang="en-US"/>
              <a:t>This is body copy set in Xfinity Brown. It should be 18 pts normally but no smaller than 14 pts.</a:t>
            </a:r>
          </a:p>
          <a:p>
            <a:pPr lvl="0"/>
            <a:r>
              <a:rPr lang="en-US"/>
              <a:t>Bullet</a:t>
            </a:r>
          </a:p>
          <a:p>
            <a:pPr lvl="0"/>
            <a:r>
              <a:rPr lang="en-US"/>
              <a:t>Bullet</a:t>
            </a:r>
          </a:p>
        </p:txBody>
      </p:sp>
      <p:sp>
        <p:nvSpPr>
          <p:cNvPr id="6" name="Slide Number">
            <a:extLst>
              <a:ext uri="{FF2B5EF4-FFF2-40B4-BE49-F238E27FC236}">
                <a16:creationId xmlns:a16="http://schemas.microsoft.com/office/drawing/2014/main" id="{9EC1CDDC-6B5F-7302-B605-D586FC948A93}"/>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1"/>
                </a:solidFill>
                <a:latin typeface="+mn-lt"/>
              </a:rPr>
              <a:pPr algn="r"/>
              <a:t>‹#›</a:t>
            </a:fld>
            <a:endParaRPr lang="en-US" sz="1200">
              <a:solidFill>
                <a:schemeClr val="bg1"/>
              </a:solidFill>
              <a:latin typeface="+mn-lt"/>
            </a:endParaRPr>
          </a:p>
        </p:txBody>
      </p:sp>
      <p:sp>
        <p:nvSpPr>
          <p:cNvPr id="9" name="Slide Number">
            <a:extLst>
              <a:ext uri="{FF2B5EF4-FFF2-40B4-BE49-F238E27FC236}">
                <a16:creationId xmlns:a16="http://schemas.microsoft.com/office/drawing/2014/main" id="{291CE8E8-FB6A-8744-E553-B4A394F3644A}"/>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pic>
        <p:nvPicPr>
          <p:cNvPr id="2" name="Graphic 1">
            <a:extLst>
              <a:ext uri="{FF2B5EF4-FFF2-40B4-BE49-F238E27FC236}">
                <a16:creationId xmlns:a16="http://schemas.microsoft.com/office/drawing/2014/main" id="{5D4A10E4-FD87-D004-B15B-2D64861FC16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3097152858"/>
      </p:ext>
    </p:extLst>
  </p:cSld>
  <p:clrMapOvr>
    <a:overrideClrMapping bg1="lt1" tx1="dk1" bg2="lt2" tx2="dk2" accent1="accent1" accent2="accent2" accent3="accent3" accent4="accent4" accent5="accent5" accent6="accent6" hlink="hlink" folHlink="folHlink"/>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 Image">
    <p:bg>
      <p:bgPr>
        <a:solidFill>
          <a:schemeClr val="bg1"/>
        </a:solidFill>
        <a:effectLst/>
      </p:bgPr>
    </p:bg>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A957FC0F-E2C6-3FB0-4E4D-D3841DB131E2}"/>
              </a:ext>
            </a:extLst>
          </p:cNvPr>
          <p:cNvSpPr>
            <a:spLocks noGrp="1"/>
          </p:cNvSpPr>
          <p:nvPr>
            <p:ph type="pic" sz="quarter" idx="27" hasCustomPrompt="1"/>
          </p:nvPr>
        </p:nvSpPr>
        <p:spPr>
          <a:xfrm>
            <a:off x="9258300" y="2454442"/>
            <a:ext cx="8335716" cy="6761748"/>
          </a:xfrm>
          <a:prstGeom prst="roundRect">
            <a:avLst>
              <a:gd name="adj" fmla="val 3394"/>
            </a:avLst>
          </a:prstGeom>
          <a:gradFill>
            <a:gsLst>
              <a:gs pos="0">
                <a:schemeClr val="accent1"/>
              </a:gs>
              <a:gs pos="100000">
                <a:schemeClr val="tx2"/>
              </a:gs>
            </a:gsLst>
            <a:lin ang="3000000" scaled="0"/>
          </a:gradFill>
        </p:spPr>
        <p:txBody>
          <a:bodyPr anchor="ctr">
            <a:normAutofit/>
          </a:bodyPr>
          <a:lstStyle>
            <a:lvl1pPr marL="0" indent="0" algn="ctr">
              <a:buNone/>
              <a:defRPr sz="1600">
                <a:solidFill>
                  <a:schemeClr val="bg1"/>
                </a:solidFill>
              </a:defRPr>
            </a:lvl1pPr>
          </a:lstStyle>
          <a:p>
            <a:r>
              <a:rPr lang="en-US"/>
              <a:t>Click here to add image</a:t>
            </a:r>
          </a:p>
        </p:txBody>
      </p:sp>
      <p:sp>
        <p:nvSpPr>
          <p:cNvPr id="7" name="Text Placeholder 8">
            <a:extLst>
              <a:ext uri="{FF2B5EF4-FFF2-40B4-BE49-F238E27FC236}">
                <a16:creationId xmlns:a16="http://schemas.microsoft.com/office/drawing/2014/main" id="{768CBCBE-9086-9EF3-806B-A1D9580460E0}"/>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4" name="Text Placeholder 6">
            <a:extLst>
              <a:ext uri="{FF2B5EF4-FFF2-40B4-BE49-F238E27FC236}">
                <a16:creationId xmlns:a16="http://schemas.microsoft.com/office/drawing/2014/main" id="{87E0192E-9C49-0E26-FEC2-1288C72B23FB}"/>
              </a:ext>
            </a:extLst>
          </p:cNvPr>
          <p:cNvSpPr>
            <a:spLocks noGrp="1"/>
          </p:cNvSpPr>
          <p:nvPr>
            <p:ph type="body" sz="quarter" idx="14" hasCustomPrompt="1"/>
          </p:nvPr>
        </p:nvSpPr>
        <p:spPr>
          <a:xfrm>
            <a:off x="685800" y="984379"/>
            <a:ext cx="14058900" cy="886397"/>
          </a:xfrm>
        </p:spPr>
        <p:txBody>
          <a:bodyPr wrap="square" lIns="0" tIns="0" rIns="0" bIns="0">
            <a:spAutoFit/>
          </a:bodyPr>
          <a:lstStyle>
            <a:lvl1pPr marL="0" indent="0">
              <a:spcBef>
                <a:spcPts val="0"/>
              </a:spcBef>
              <a:buNone/>
              <a:defRPr sz="3200" spc="-150">
                <a:latin typeface="+mj-lt"/>
              </a:defRPr>
            </a:lvl1pPr>
          </a:lstStyle>
          <a:p>
            <a:pPr lvl="0"/>
            <a:r>
              <a:rPr lang="en-US"/>
              <a:t>This is a slide title. Tracking set to ‘tight’. </a:t>
            </a:r>
            <a:br>
              <a:rPr lang="en-US"/>
            </a:br>
            <a:r>
              <a:rPr lang="en-US"/>
              <a:t>It shouldn’t exceed two lines.</a:t>
            </a:r>
          </a:p>
        </p:txBody>
      </p:sp>
      <p:sp>
        <p:nvSpPr>
          <p:cNvPr id="2" name="Slide Number">
            <a:extLst>
              <a:ext uri="{FF2B5EF4-FFF2-40B4-BE49-F238E27FC236}">
                <a16:creationId xmlns:a16="http://schemas.microsoft.com/office/drawing/2014/main" id="{65489269-3EB9-180D-64F7-BD2C7E09CBAF}"/>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5" name="Slide Number">
            <a:extLst>
              <a:ext uri="{FF2B5EF4-FFF2-40B4-BE49-F238E27FC236}">
                <a16:creationId xmlns:a16="http://schemas.microsoft.com/office/drawing/2014/main" id="{18ECF943-3836-72F0-CB1A-C9BC4CD23D04}"/>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sp>
        <p:nvSpPr>
          <p:cNvPr id="12" name="Text Placeholder 11">
            <a:extLst>
              <a:ext uri="{FF2B5EF4-FFF2-40B4-BE49-F238E27FC236}">
                <a16:creationId xmlns:a16="http://schemas.microsoft.com/office/drawing/2014/main" id="{F4A4AD5F-F491-DB58-BF7E-482C75D07F92}"/>
              </a:ext>
            </a:extLst>
          </p:cNvPr>
          <p:cNvSpPr>
            <a:spLocks noGrp="1"/>
          </p:cNvSpPr>
          <p:nvPr>
            <p:ph type="body" sz="quarter" idx="28" hasCustomPrompt="1"/>
          </p:nvPr>
        </p:nvSpPr>
        <p:spPr>
          <a:xfrm>
            <a:off x="685800" y="2450380"/>
            <a:ext cx="8343900" cy="2646878"/>
          </a:xfrm>
        </p:spPr>
        <p:txBody>
          <a:bodyPr lIns="0" tIns="0" rIns="0" bIns="0">
            <a:spAutoFit/>
          </a:bodyPr>
          <a:lstStyle>
            <a:lvl1pPr marL="285750" indent="-285750">
              <a:lnSpc>
                <a:spcPct val="100000"/>
              </a:lnSpc>
              <a:spcBef>
                <a:spcPts val="600"/>
              </a:spcBef>
              <a:buFont typeface="Arial" panose="020B0604020202020204" pitchFamily="34" charset="0"/>
              <a:buChar char="•"/>
              <a:defRPr sz="1800"/>
            </a:lvl1pPr>
          </a:lstStyle>
          <a:p>
            <a:pPr lvl="0"/>
            <a:r>
              <a:rPr lang="en-US"/>
              <a:t>This is body copy set in Xfinity Brown. It should 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r>
              <a:rPr lang="en-US" err="1"/>
              <a:t>congue</a:t>
            </a:r>
            <a:r>
              <a:rPr lang="en-US"/>
              <a:t>. </a:t>
            </a:r>
          </a:p>
          <a:p>
            <a:pPr lvl="0"/>
            <a:r>
              <a:rPr lang="en-US"/>
              <a:t>Bullet</a:t>
            </a:r>
          </a:p>
        </p:txBody>
      </p:sp>
      <p:pic>
        <p:nvPicPr>
          <p:cNvPr id="6" name="Graphic 5">
            <a:extLst>
              <a:ext uri="{FF2B5EF4-FFF2-40B4-BE49-F238E27FC236}">
                <a16:creationId xmlns:a16="http://schemas.microsoft.com/office/drawing/2014/main" id="{29DECA1A-2EB9-1E28-EA12-BC6258413C3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1381919419"/>
      </p:ext>
    </p:extLst>
  </p:cSld>
  <p:clrMapOvr>
    <a:overrideClrMapping bg1="lt1" tx1="dk1" bg2="lt2" tx2="dk2" accent1="accent1" accent2="accent2" accent3="accent3" accent4="accent4" accent5="accent5" accent6="accent6" hlink="hlink" folHlink="folHlink"/>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cript">
    <p:bg>
      <p:bgPr>
        <a:solidFill>
          <a:schemeClr val="bg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405C6268-43D0-EDAC-7030-B0F6570E9EC5}"/>
              </a:ext>
            </a:extLst>
          </p:cNvPr>
          <p:cNvSpPr>
            <a:spLocks noGrp="1"/>
          </p:cNvSpPr>
          <p:nvPr>
            <p:ph type="body" sz="quarter" idx="17" hasCustomPrompt="1"/>
          </p:nvPr>
        </p:nvSpPr>
        <p:spPr>
          <a:xfrm>
            <a:off x="685800" y="2510840"/>
            <a:ext cx="16916400" cy="6336222"/>
          </a:xfrm>
        </p:spPr>
        <p:txBody>
          <a:bodyPr lIns="0" tIns="0" rIns="0" bIns="0" numCol="3" spcCol="228600">
            <a:spAutoFit/>
          </a:bodyPr>
          <a:lstStyle>
            <a:lvl1pPr marL="0" indent="0">
              <a:buNone/>
              <a:defRPr sz="1400">
                <a:latin typeface="+mn-lt"/>
              </a:defRPr>
            </a:lvl1pPr>
            <a:lvl2pPr marL="685800" indent="0">
              <a:buNone/>
              <a:defRPr sz="1400"/>
            </a:lvl2pPr>
            <a:lvl3pPr marL="1371600" indent="0">
              <a:buNone/>
              <a:defRPr sz="1400"/>
            </a:lvl3pPr>
            <a:lvl4pPr marL="2057400" indent="0">
              <a:buNone/>
              <a:defRPr sz="1400"/>
            </a:lvl4pPr>
            <a:lvl5pPr marL="2743200" indent="0">
              <a:buNone/>
              <a:defRPr sz="1400"/>
            </a:lvl5pPr>
          </a:lstStyle>
          <a:p>
            <a:pPr>
              <a:lnSpc>
                <a:spcPct val="120000"/>
              </a:lnSpc>
              <a:spcBef>
                <a:spcPts val="0"/>
              </a:spcBef>
              <a:spcAft>
                <a:spcPts val="1600"/>
              </a:spcAft>
            </a:pPr>
            <a:r>
              <a:rPr lang="en-US" sz="1400">
                <a:latin typeface="+mn-lt"/>
                <a:cs typeface="+mn-cs"/>
              </a:rPr>
              <a:t>Lorem ipsum dolor sit </a:t>
            </a:r>
            <a:r>
              <a:rPr lang="en-US" sz="1400" err="1">
                <a:latin typeface="+mn-lt"/>
                <a:cs typeface="+mn-cs"/>
              </a:rPr>
              <a:t>amet</a:t>
            </a:r>
            <a:r>
              <a:rPr lang="en-US" sz="1400">
                <a:latin typeface="+mn-lt"/>
                <a:cs typeface="+mn-cs"/>
              </a:rPr>
              <a:t>, </a:t>
            </a:r>
            <a:r>
              <a:rPr lang="en-US" sz="1400" err="1">
                <a:latin typeface="+mn-lt"/>
                <a:cs typeface="+mn-cs"/>
              </a:rPr>
              <a:t>consectetur</a:t>
            </a:r>
            <a:r>
              <a:rPr lang="en-US" sz="1400">
                <a:latin typeface="+mn-lt"/>
                <a:cs typeface="+mn-cs"/>
              </a:rPr>
              <a:t> </a:t>
            </a:r>
            <a:r>
              <a:rPr lang="en-US" sz="1400" err="1">
                <a:latin typeface="+mn-lt"/>
                <a:cs typeface="+mn-cs"/>
              </a:rPr>
              <a:t>adipiscing</a:t>
            </a:r>
            <a:r>
              <a:rPr lang="en-US" sz="1400">
                <a:latin typeface="+mn-lt"/>
                <a:cs typeface="+mn-cs"/>
              </a:rPr>
              <a:t> </a:t>
            </a:r>
            <a:r>
              <a:rPr lang="en-US" sz="1400" err="1">
                <a:latin typeface="+mn-lt"/>
                <a:cs typeface="+mn-cs"/>
              </a:rPr>
              <a:t>elit</a:t>
            </a:r>
            <a:r>
              <a:rPr lang="en-US" sz="1400">
                <a:latin typeface="+mn-lt"/>
                <a:cs typeface="+mn-cs"/>
              </a:rPr>
              <a:t>, sed do </a:t>
            </a:r>
            <a:r>
              <a:rPr lang="en-US" sz="1400" err="1">
                <a:latin typeface="+mn-lt"/>
                <a:cs typeface="+mn-cs"/>
              </a:rPr>
              <a:t>eiusmod</a:t>
            </a:r>
            <a:r>
              <a:rPr lang="en-US" sz="1400">
                <a:latin typeface="+mn-lt"/>
                <a:cs typeface="+mn-cs"/>
              </a:rPr>
              <a:t> </a:t>
            </a:r>
            <a:r>
              <a:rPr lang="en-US" sz="1400" err="1">
                <a:latin typeface="+mn-lt"/>
                <a:cs typeface="+mn-cs"/>
              </a:rPr>
              <a:t>tempor</a:t>
            </a:r>
            <a:r>
              <a:rPr lang="en-US" sz="1400">
                <a:latin typeface="+mn-lt"/>
                <a:cs typeface="+mn-cs"/>
              </a:rPr>
              <a:t> </a:t>
            </a:r>
            <a:r>
              <a:rPr lang="en-US" sz="1400" err="1">
                <a:latin typeface="+mn-lt"/>
                <a:cs typeface="+mn-cs"/>
              </a:rPr>
              <a:t>incididunt</a:t>
            </a:r>
            <a:r>
              <a:rPr lang="en-US" sz="1400">
                <a:latin typeface="+mn-lt"/>
                <a:cs typeface="+mn-cs"/>
              </a:rPr>
              <a:t> </a:t>
            </a:r>
            <a:r>
              <a:rPr lang="en-US" sz="1400" err="1">
                <a:latin typeface="+mn-lt"/>
                <a:cs typeface="+mn-cs"/>
              </a:rPr>
              <a:t>ut</a:t>
            </a:r>
            <a:r>
              <a:rPr lang="en-US" sz="1400">
                <a:latin typeface="+mn-lt"/>
                <a:cs typeface="+mn-cs"/>
              </a:rPr>
              <a:t> labore et dolore magna.</a:t>
            </a:r>
            <a:endParaRPr lang="en-US" sz="1400" b="1">
              <a:latin typeface="+mn-lt"/>
              <a:cs typeface="+mn-cs"/>
            </a:endParaRPr>
          </a:p>
          <a:p>
            <a:pPr>
              <a:lnSpc>
                <a:spcPct val="120000"/>
              </a:lnSpc>
              <a:spcBef>
                <a:spcPts val="0"/>
              </a:spcBef>
              <a:spcAft>
                <a:spcPts val="1600"/>
              </a:spcAft>
            </a:pPr>
            <a:r>
              <a:rPr lang="en-US" sz="1400" b="1">
                <a:latin typeface="+mj-lt"/>
                <a:cs typeface="+mn-cs"/>
              </a:rPr>
              <a:t>VO: Lorem ipsum dolor sit </a:t>
            </a:r>
            <a:r>
              <a:rPr lang="en-US" sz="1400" b="1" err="1">
                <a:latin typeface="+mj-lt"/>
                <a:cs typeface="+mn-cs"/>
              </a:rPr>
              <a:t>amet</a:t>
            </a:r>
            <a:r>
              <a:rPr lang="en-US" sz="1400" b="1">
                <a:latin typeface="+mj-lt"/>
                <a:cs typeface="+mn-cs"/>
              </a:rPr>
              <a:t>, </a:t>
            </a:r>
            <a:r>
              <a:rPr lang="en-US" sz="1400" b="1" err="1">
                <a:latin typeface="+mj-lt"/>
                <a:cs typeface="+mn-cs"/>
              </a:rPr>
              <a:t>consectetur</a:t>
            </a:r>
            <a:r>
              <a:rPr lang="en-US" sz="1400" b="1">
                <a:latin typeface="+mj-lt"/>
                <a:cs typeface="+mn-cs"/>
              </a:rPr>
              <a:t> </a:t>
            </a:r>
            <a:r>
              <a:rPr lang="en-US" sz="1400" b="1" err="1">
                <a:latin typeface="+mj-lt"/>
                <a:cs typeface="+mn-cs"/>
              </a:rPr>
              <a:t>adipiscing</a:t>
            </a:r>
            <a:r>
              <a:rPr lang="en-US" sz="1400" b="1">
                <a:latin typeface="+mj-lt"/>
                <a:cs typeface="+mn-cs"/>
              </a:rPr>
              <a:t> </a:t>
            </a:r>
            <a:r>
              <a:rPr lang="en-US" sz="1400" b="1" err="1">
                <a:latin typeface="+mj-lt"/>
                <a:cs typeface="+mn-cs"/>
              </a:rPr>
              <a:t>elit</a:t>
            </a:r>
            <a:r>
              <a:rPr lang="en-US" sz="1400" b="1">
                <a:latin typeface="+mj-lt"/>
                <a:cs typeface="+mn-cs"/>
              </a:rPr>
              <a:t>, sed do </a:t>
            </a:r>
            <a:r>
              <a:rPr lang="en-US" sz="1400" b="1" err="1">
                <a:latin typeface="+mj-lt"/>
                <a:cs typeface="+mn-cs"/>
              </a:rPr>
              <a:t>eiusmod</a:t>
            </a:r>
            <a:r>
              <a:rPr lang="en-US" sz="1400" b="1">
                <a:latin typeface="+mj-lt"/>
                <a:cs typeface="+mn-cs"/>
              </a:rPr>
              <a:t> </a:t>
            </a:r>
            <a:r>
              <a:rPr lang="en-US" sz="1400" b="1" err="1">
                <a:latin typeface="+mj-lt"/>
                <a:cs typeface="+mn-cs"/>
              </a:rPr>
              <a:t>temport</a:t>
            </a:r>
            <a:r>
              <a:rPr lang="en-US" sz="1400" b="1">
                <a:latin typeface="+mj-lt"/>
                <a:cs typeface="+mn-cs"/>
              </a:rPr>
              <a:t>.</a:t>
            </a:r>
          </a:p>
          <a:p>
            <a:pPr>
              <a:lnSpc>
                <a:spcPct val="120000"/>
              </a:lnSpc>
              <a:spcBef>
                <a:spcPts val="0"/>
              </a:spcBef>
              <a:spcAft>
                <a:spcPts val="1600"/>
              </a:spcAft>
            </a:pPr>
            <a:r>
              <a:rPr lang="en-US" sz="1400">
                <a:latin typeface="+mn-lt"/>
                <a:cs typeface="+mn-cs"/>
              </a:rPr>
              <a:t>Lorem ipsum dolor sit </a:t>
            </a:r>
            <a:r>
              <a:rPr lang="en-US" sz="1400" err="1">
                <a:latin typeface="+mn-lt"/>
                <a:cs typeface="+mn-cs"/>
              </a:rPr>
              <a:t>amet</a:t>
            </a:r>
            <a:r>
              <a:rPr lang="en-US" sz="1400">
                <a:latin typeface="+mn-lt"/>
                <a:cs typeface="+mn-cs"/>
              </a:rPr>
              <a:t>, </a:t>
            </a:r>
            <a:r>
              <a:rPr lang="en-US" sz="1400" err="1">
                <a:latin typeface="+mn-lt"/>
                <a:cs typeface="+mn-cs"/>
              </a:rPr>
              <a:t>consectetur</a:t>
            </a:r>
            <a:r>
              <a:rPr lang="en-US" sz="1400">
                <a:latin typeface="+mn-lt"/>
                <a:cs typeface="+mn-cs"/>
              </a:rPr>
              <a:t> </a:t>
            </a:r>
            <a:r>
              <a:rPr lang="en-US" sz="1400" err="1">
                <a:latin typeface="+mn-lt"/>
                <a:cs typeface="+mn-cs"/>
              </a:rPr>
              <a:t>adipiscing</a:t>
            </a:r>
            <a:r>
              <a:rPr lang="en-US" sz="1400">
                <a:latin typeface="+mn-lt"/>
                <a:cs typeface="+mn-cs"/>
              </a:rPr>
              <a:t> </a:t>
            </a:r>
            <a:r>
              <a:rPr lang="en-US" sz="1400" err="1">
                <a:latin typeface="+mn-lt"/>
                <a:cs typeface="+mn-cs"/>
              </a:rPr>
              <a:t>elit</a:t>
            </a:r>
            <a:r>
              <a:rPr lang="en-US" sz="1400">
                <a:latin typeface="+mn-lt"/>
                <a:cs typeface="+mn-cs"/>
              </a:rPr>
              <a:t>, sed do </a:t>
            </a:r>
            <a:r>
              <a:rPr lang="en-US" sz="1400" err="1">
                <a:latin typeface="+mn-lt"/>
                <a:cs typeface="+mn-cs"/>
              </a:rPr>
              <a:t>eiusmod</a:t>
            </a:r>
            <a:r>
              <a:rPr lang="en-US" sz="1400">
                <a:latin typeface="+mn-lt"/>
                <a:cs typeface="+mn-cs"/>
              </a:rPr>
              <a:t> </a:t>
            </a:r>
            <a:r>
              <a:rPr lang="en-US" sz="1400" err="1">
                <a:latin typeface="+mn-lt"/>
                <a:cs typeface="+mn-cs"/>
              </a:rPr>
              <a:t>tempor</a:t>
            </a:r>
            <a:r>
              <a:rPr lang="en-US" sz="1400">
                <a:latin typeface="+mn-lt"/>
                <a:cs typeface="+mn-cs"/>
              </a:rPr>
              <a:t> </a:t>
            </a:r>
            <a:r>
              <a:rPr lang="en-US" sz="1400" err="1">
                <a:latin typeface="+mn-lt"/>
                <a:cs typeface="+mn-cs"/>
              </a:rPr>
              <a:t>incididunt</a:t>
            </a:r>
            <a:r>
              <a:rPr lang="en-US" sz="1400">
                <a:latin typeface="+mn-lt"/>
                <a:cs typeface="+mn-cs"/>
              </a:rPr>
              <a:t> </a:t>
            </a:r>
            <a:r>
              <a:rPr lang="en-US" sz="1400" err="1">
                <a:latin typeface="+mn-lt"/>
                <a:cs typeface="+mn-cs"/>
              </a:rPr>
              <a:t>ut</a:t>
            </a:r>
            <a:r>
              <a:rPr lang="en-US" sz="1400">
                <a:latin typeface="+mn-lt"/>
                <a:cs typeface="+mn-cs"/>
              </a:rPr>
              <a:t> labore et dolore magna.</a:t>
            </a:r>
            <a:endParaRPr lang="en-US" sz="1400" b="1">
              <a:latin typeface="+mn-lt"/>
              <a:cs typeface="+mn-cs"/>
            </a:endParaRPr>
          </a:p>
          <a:p>
            <a:pPr>
              <a:lnSpc>
                <a:spcPct val="120000"/>
              </a:lnSpc>
              <a:spcBef>
                <a:spcPts val="0"/>
              </a:spcBef>
              <a:spcAft>
                <a:spcPts val="1600"/>
              </a:spcAft>
            </a:pPr>
            <a:r>
              <a:rPr lang="en-US" sz="1400" b="1">
                <a:latin typeface="+mj-lt"/>
                <a:cs typeface="+mn-cs"/>
              </a:rPr>
              <a:t>VO: Lorem ipsum dolor sit </a:t>
            </a:r>
            <a:r>
              <a:rPr lang="en-US" sz="1400" b="1" err="1">
                <a:latin typeface="+mj-lt"/>
                <a:cs typeface="+mn-cs"/>
              </a:rPr>
              <a:t>amet</a:t>
            </a:r>
            <a:r>
              <a:rPr lang="en-US" sz="1400" b="1">
                <a:latin typeface="+mj-lt"/>
                <a:cs typeface="+mn-cs"/>
              </a:rPr>
              <a:t>, </a:t>
            </a:r>
            <a:r>
              <a:rPr lang="en-US" sz="1400" b="1" err="1">
                <a:latin typeface="+mj-lt"/>
                <a:cs typeface="+mn-cs"/>
              </a:rPr>
              <a:t>consectetur</a:t>
            </a:r>
            <a:r>
              <a:rPr lang="en-US" sz="1400" b="1">
                <a:latin typeface="+mj-lt"/>
                <a:cs typeface="+mn-cs"/>
              </a:rPr>
              <a:t> </a:t>
            </a:r>
            <a:r>
              <a:rPr lang="en-US" sz="1400" b="1" err="1">
                <a:latin typeface="+mj-lt"/>
                <a:cs typeface="+mn-cs"/>
              </a:rPr>
              <a:t>adipiscing</a:t>
            </a:r>
            <a:r>
              <a:rPr lang="en-US" sz="1400" b="1">
                <a:latin typeface="+mj-lt"/>
                <a:cs typeface="+mn-cs"/>
              </a:rPr>
              <a:t> </a:t>
            </a:r>
            <a:r>
              <a:rPr lang="en-US" sz="1400" b="1" err="1">
                <a:latin typeface="+mj-lt"/>
                <a:cs typeface="+mn-cs"/>
              </a:rPr>
              <a:t>elit</a:t>
            </a:r>
            <a:r>
              <a:rPr lang="en-US" sz="1400" b="1">
                <a:latin typeface="+mj-lt"/>
                <a:cs typeface="+mn-cs"/>
              </a:rPr>
              <a:t>, sed do </a:t>
            </a:r>
            <a:r>
              <a:rPr lang="en-US" sz="1400" b="1" err="1">
                <a:latin typeface="+mj-lt"/>
                <a:cs typeface="+mn-cs"/>
              </a:rPr>
              <a:t>eiusmod</a:t>
            </a:r>
            <a:r>
              <a:rPr lang="en-US" sz="1400" b="1">
                <a:latin typeface="+mj-lt"/>
                <a:cs typeface="+mn-cs"/>
              </a:rPr>
              <a:t> </a:t>
            </a:r>
            <a:r>
              <a:rPr lang="en-US" sz="1400" b="1" err="1">
                <a:latin typeface="+mj-lt"/>
                <a:cs typeface="+mn-cs"/>
              </a:rPr>
              <a:t>temport</a:t>
            </a:r>
            <a:r>
              <a:rPr lang="en-US" sz="1400" b="1">
                <a:latin typeface="+mj-lt"/>
                <a:cs typeface="+mn-cs"/>
              </a:rPr>
              <a:t>.</a:t>
            </a:r>
          </a:p>
          <a:p>
            <a:pPr>
              <a:lnSpc>
                <a:spcPct val="120000"/>
              </a:lnSpc>
              <a:spcBef>
                <a:spcPts val="0"/>
              </a:spcBef>
              <a:spcAft>
                <a:spcPts val="1600"/>
              </a:spcAft>
            </a:pPr>
            <a:r>
              <a:rPr lang="en-US" sz="1400">
                <a:latin typeface="+mn-lt"/>
                <a:cs typeface="+mn-cs"/>
              </a:rPr>
              <a:t>Lorem ipsum dolor sit </a:t>
            </a:r>
            <a:r>
              <a:rPr lang="en-US" sz="1400" err="1">
                <a:latin typeface="+mn-lt"/>
                <a:cs typeface="+mn-cs"/>
              </a:rPr>
              <a:t>amet</a:t>
            </a:r>
            <a:r>
              <a:rPr lang="en-US" sz="1400">
                <a:latin typeface="+mn-lt"/>
                <a:cs typeface="+mn-cs"/>
              </a:rPr>
              <a:t>, </a:t>
            </a:r>
            <a:r>
              <a:rPr lang="en-US" sz="1400" err="1">
                <a:latin typeface="+mn-lt"/>
                <a:cs typeface="+mn-cs"/>
              </a:rPr>
              <a:t>consectetur</a:t>
            </a:r>
            <a:r>
              <a:rPr lang="en-US" sz="1400">
                <a:latin typeface="+mn-lt"/>
                <a:cs typeface="+mn-cs"/>
              </a:rPr>
              <a:t> </a:t>
            </a:r>
            <a:r>
              <a:rPr lang="en-US" sz="1400" err="1">
                <a:latin typeface="+mn-lt"/>
                <a:cs typeface="+mn-cs"/>
              </a:rPr>
              <a:t>adipiscing</a:t>
            </a:r>
            <a:r>
              <a:rPr lang="en-US" sz="1400">
                <a:latin typeface="+mn-lt"/>
                <a:cs typeface="+mn-cs"/>
              </a:rPr>
              <a:t> </a:t>
            </a:r>
            <a:r>
              <a:rPr lang="en-US" sz="1400" err="1">
                <a:latin typeface="+mn-lt"/>
                <a:cs typeface="+mn-cs"/>
              </a:rPr>
              <a:t>elit</a:t>
            </a:r>
            <a:r>
              <a:rPr lang="en-US" sz="1400">
                <a:latin typeface="+mn-lt"/>
                <a:cs typeface="+mn-cs"/>
              </a:rPr>
              <a:t>, sed do </a:t>
            </a:r>
            <a:r>
              <a:rPr lang="en-US" sz="1400" err="1">
                <a:latin typeface="+mn-lt"/>
                <a:cs typeface="+mn-cs"/>
              </a:rPr>
              <a:t>eiusmod</a:t>
            </a:r>
            <a:r>
              <a:rPr lang="en-US" sz="1400">
                <a:latin typeface="+mn-lt"/>
                <a:cs typeface="+mn-cs"/>
              </a:rPr>
              <a:t> </a:t>
            </a:r>
            <a:r>
              <a:rPr lang="en-US" sz="1400" err="1">
                <a:latin typeface="+mn-lt"/>
                <a:cs typeface="+mn-cs"/>
              </a:rPr>
              <a:t>tempor</a:t>
            </a:r>
            <a:r>
              <a:rPr lang="en-US" sz="1400">
                <a:latin typeface="+mn-lt"/>
                <a:cs typeface="+mn-cs"/>
              </a:rPr>
              <a:t> </a:t>
            </a:r>
            <a:r>
              <a:rPr lang="en-US" sz="1400" err="1">
                <a:latin typeface="+mn-lt"/>
                <a:cs typeface="+mn-cs"/>
              </a:rPr>
              <a:t>incididunt</a:t>
            </a:r>
            <a:r>
              <a:rPr lang="en-US" sz="1400">
                <a:latin typeface="+mn-lt"/>
                <a:cs typeface="+mn-cs"/>
              </a:rPr>
              <a:t> </a:t>
            </a:r>
            <a:r>
              <a:rPr lang="en-US" sz="1400" err="1">
                <a:latin typeface="+mn-lt"/>
                <a:cs typeface="+mn-cs"/>
              </a:rPr>
              <a:t>ut</a:t>
            </a:r>
            <a:r>
              <a:rPr lang="en-US" sz="1400">
                <a:latin typeface="+mn-lt"/>
                <a:cs typeface="+mn-cs"/>
              </a:rPr>
              <a:t> labore et dolore magna.</a:t>
            </a:r>
            <a:endParaRPr lang="en-US" sz="1400" b="1">
              <a:latin typeface="+mn-lt"/>
              <a:cs typeface="+mn-cs"/>
            </a:endParaRPr>
          </a:p>
          <a:p>
            <a:pPr>
              <a:lnSpc>
                <a:spcPct val="120000"/>
              </a:lnSpc>
              <a:spcBef>
                <a:spcPts val="0"/>
              </a:spcBef>
              <a:spcAft>
                <a:spcPts val="1600"/>
              </a:spcAft>
            </a:pPr>
            <a:r>
              <a:rPr lang="en-US" sz="1400" b="1">
                <a:latin typeface="+mj-lt"/>
                <a:cs typeface="+mn-cs"/>
              </a:rPr>
              <a:t>VO: Lorem ipsum dolor sit </a:t>
            </a:r>
            <a:r>
              <a:rPr lang="en-US" sz="1400" b="1" err="1">
                <a:latin typeface="+mj-lt"/>
                <a:cs typeface="+mn-cs"/>
              </a:rPr>
              <a:t>amet</a:t>
            </a:r>
            <a:r>
              <a:rPr lang="en-US" sz="1400" b="1">
                <a:latin typeface="+mj-lt"/>
                <a:cs typeface="+mn-cs"/>
              </a:rPr>
              <a:t>, </a:t>
            </a:r>
            <a:r>
              <a:rPr lang="en-US" sz="1400" b="1" err="1">
                <a:latin typeface="+mj-lt"/>
                <a:cs typeface="+mn-cs"/>
              </a:rPr>
              <a:t>consectetur</a:t>
            </a:r>
            <a:r>
              <a:rPr lang="en-US" sz="1400" b="1">
                <a:latin typeface="+mj-lt"/>
                <a:cs typeface="+mn-cs"/>
              </a:rPr>
              <a:t> </a:t>
            </a:r>
            <a:r>
              <a:rPr lang="en-US" sz="1400" b="1" err="1">
                <a:latin typeface="+mj-lt"/>
                <a:cs typeface="+mn-cs"/>
              </a:rPr>
              <a:t>adipiscing</a:t>
            </a:r>
            <a:r>
              <a:rPr lang="en-US" sz="1400" b="1">
                <a:latin typeface="+mj-lt"/>
                <a:cs typeface="+mn-cs"/>
              </a:rPr>
              <a:t> </a:t>
            </a:r>
            <a:r>
              <a:rPr lang="en-US" sz="1400" b="1" err="1">
                <a:latin typeface="+mj-lt"/>
                <a:cs typeface="+mn-cs"/>
              </a:rPr>
              <a:t>elit</a:t>
            </a:r>
            <a:r>
              <a:rPr lang="en-US" sz="1400" b="1">
                <a:latin typeface="+mj-lt"/>
                <a:cs typeface="+mn-cs"/>
              </a:rPr>
              <a:t>, sed do </a:t>
            </a:r>
            <a:r>
              <a:rPr lang="en-US" sz="1400" b="1" err="1">
                <a:latin typeface="+mj-lt"/>
                <a:cs typeface="+mn-cs"/>
              </a:rPr>
              <a:t>eiusmod</a:t>
            </a:r>
            <a:r>
              <a:rPr lang="en-US" sz="1400" b="1">
                <a:latin typeface="+mj-lt"/>
                <a:cs typeface="+mn-cs"/>
              </a:rPr>
              <a:t> </a:t>
            </a:r>
            <a:r>
              <a:rPr lang="en-US" sz="1400" b="1" err="1">
                <a:latin typeface="+mj-lt"/>
                <a:cs typeface="+mn-cs"/>
              </a:rPr>
              <a:t>temport</a:t>
            </a:r>
            <a:r>
              <a:rPr lang="en-US" sz="1400" b="1">
                <a:latin typeface="+mj-lt"/>
                <a:cs typeface="+mn-cs"/>
              </a:rPr>
              <a:t>.</a:t>
            </a:r>
          </a:p>
          <a:p>
            <a:pPr>
              <a:lnSpc>
                <a:spcPct val="120000"/>
              </a:lnSpc>
              <a:spcBef>
                <a:spcPts val="0"/>
              </a:spcBef>
              <a:spcAft>
                <a:spcPts val="1600"/>
              </a:spcAft>
            </a:pPr>
            <a:r>
              <a:rPr lang="en-US" sz="1400">
                <a:latin typeface="+mn-lt"/>
                <a:cs typeface="+mn-cs"/>
              </a:rPr>
              <a:t>Lorem ipsum dolor sit </a:t>
            </a:r>
            <a:r>
              <a:rPr lang="en-US" sz="1400" err="1">
                <a:latin typeface="+mn-lt"/>
                <a:cs typeface="+mn-cs"/>
              </a:rPr>
              <a:t>amet</a:t>
            </a:r>
            <a:r>
              <a:rPr lang="en-US" sz="1400">
                <a:latin typeface="+mn-lt"/>
                <a:cs typeface="+mn-cs"/>
              </a:rPr>
              <a:t>, </a:t>
            </a:r>
            <a:r>
              <a:rPr lang="en-US" sz="1400" err="1">
                <a:latin typeface="+mn-lt"/>
                <a:cs typeface="+mn-cs"/>
              </a:rPr>
              <a:t>consectetur</a:t>
            </a:r>
            <a:r>
              <a:rPr lang="en-US" sz="1400">
                <a:latin typeface="+mn-lt"/>
                <a:cs typeface="+mn-cs"/>
              </a:rPr>
              <a:t> </a:t>
            </a:r>
            <a:r>
              <a:rPr lang="en-US" sz="1400" err="1">
                <a:latin typeface="+mn-lt"/>
                <a:cs typeface="+mn-cs"/>
              </a:rPr>
              <a:t>adipiscing</a:t>
            </a:r>
            <a:r>
              <a:rPr lang="en-US" sz="1400">
                <a:latin typeface="+mn-lt"/>
                <a:cs typeface="+mn-cs"/>
              </a:rPr>
              <a:t> </a:t>
            </a:r>
            <a:r>
              <a:rPr lang="en-US" sz="1400" err="1">
                <a:latin typeface="+mn-lt"/>
                <a:cs typeface="+mn-cs"/>
              </a:rPr>
              <a:t>elit</a:t>
            </a:r>
            <a:r>
              <a:rPr lang="en-US" sz="1400">
                <a:latin typeface="+mn-lt"/>
                <a:cs typeface="+mn-cs"/>
              </a:rPr>
              <a:t>, sed do </a:t>
            </a:r>
            <a:r>
              <a:rPr lang="en-US" sz="1400" err="1">
                <a:latin typeface="+mn-lt"/>
                <a:cs typeface="+mn-cs"/>
              </a:rPr>
              <a:t>eiusmod</a:t>
            </a:r>
            <a:r>
              <a:rPr lang="en-US" sz="1400">
                <a:latin typeface="+mn-lt"/>
                <a:cs typeface="+mn-cs"/>
              </a:rPr>
              <a:t> </a:t>
            </a:r>
            <a:r>
              <a:rPr lang="en-US" sz="1400" err="1">
                <a:latin typeface="+mn-lt"/>
                <a:cs typeface="+mn-cs"/>
              </a:rPr>
              <a:t>tempor</a:t>
            </a:r>
            <a:r>
              <a:rPr lang="en-US" sz="1400">
                <a:latin typeface="+mn-lt"/>
                <a:cs typeface="+mn-cs"/>
              </a:rPr>
              <a:t> </a:t>
            </a:r>
            <a:r>
              <a:rPr lang="en-US" sz="1400" err="1">
                <a:latin typeface="+mn-lt"/>
                <a:cs typeface="+mn-cs"/>
              </a:rPr>
              <a:t>incididunt</a:t>
            </a:r>
            <a:r>
              <a:rPr lang="en-US" sz="1400">
                <a:latin typeface="+mn-lt"/>
                <a:cs typeface="+mn-cs"/>
              </a:rPr>
              <a:t> </a:t>
            </a:r>
            <a:r>
              <a:rPr lang="en-US" sz="1400" err="1">
                <a:latin typeface="+mn-lt"/>
                <a:cs typeface="+mn-cs"/>
              </a:rPr>
              <a:t>ut</a:t>
            </a:r>
            <a:r>
              <a:rPr lang="en-US" sz="1400">
                <a:latin typeface="+mn-lt"/>
                <a:cs typeface="+mn-cs"/>
              </a:rPr>
              <a:t> labore et dolore magna.</a:t>
            </a:r>
            <a:endParaRPr lang="en-US" sz="1400" b="1">
              <a:latin typeface="+mn-lt"/>
              <a:cs typeface="+mn-cs"/>
            </a:endParaRPr>
          </a:p>
          <a:p>
            <a:pPr>
              <a:lnSpc>
                <a:spcPct val="120000"/>
              </a:lnSpc>
              <a:spcBef>
                <a:spcPts val="0"/>
              </a:spcBef>
              <a:spcAft>
                <a:spcPts val="1600"/>
              </a:spcAft>
            </a:pPr>
            <a:r>
              <a:rPr lang="en-US" sz="1400" b="1">
                <a:latin typeface="+mj-lt"/>
                <a:cs typeface="+mn-cs"/>
              </a:rPr>
              <a:t>VO: Lorem ipsum dolor sit </a:t>
            </a:r>
            <a:r>
              <a:rPr lang="en-US" sz="1400" b="1" err="1">
                <a:latin typeface="+mj-lt"/>
                <a:cs typeface="+mn-cs"/>
              </a:rPr>
              <a:t>amet</a:t>
            </a:r>
            <a:r>
              <a:rPr lang="en-US" sz="1400" b="1">
                <a:latin typeface="+mj-lt"/>
                <a:cs typeface="+mn-cs"/>
              </a:rPr>
              <a:t>, </a:t>
            </a:r>
            <a:r>
              <a:rPr lang="en-US" sz="1400" b="1" err="1">
                <a:latin typeface="+mj-lt"/>
                <a:cs typeface="+mn-cs"/>
              </a:rPr>
              <a:t>consectetur</a:t>
            </a:r>
            <a:r>
              <a:rPr lang="en-US" sz="1400" b="1">
                <a:latin typeface="+mj-lt"/>
                <a:cs typeface="+mn-cs"/>
              </a:rPr>
              <a:t> </a:t>
            </a:r>
            <a:r>
              <a:rPr lang="en-US" sz="1400" b="1" err="1">
                <a:latin typeface="+mj-lt"/>
                <a:cs typeface="+mn-cs"/>
              </a:rPr>
              <a:t>adipiscing</a:t>
            </a:r>
            <a:r>
              <a:rPr lang="en-US" sz="1400" b="1">
                <a:latin typeface="+mj-lt"/>
                <a:cs typeface="+mn-cs"/>
              </a:rPr>
              <a:t> </a:t>
            </a:r>
            <a:r>
              <a:rPr lang="en-US" sz="1400" b="1" err="1">
                <a:latin typeface="+mj-lt"/>
                <a:cs typeface="+mn-cs"/>
              </a:rPr>
              <a:t>elit</a:t>
            </a:r>
            <a:r>
              <a:rPr lang="en-US" sz="1400" b="1">
                <a:latin typeface="+mj-lt"/>
                <a:cs typeface="+mn-cs"/>
              </a:rPr>
              <a:t>, sed do </a:t>
            </a:r>
            <a:r>
              <a:rPr lang="en-US" sz="1400" b="1" err="1">
                <a:latin typeface="+mj-lt"/>
                <a:cs typeface="+mn-cs"/>
              </a:rPr>
              <a:t>eiusmod</a:t>
            </a:r>
            <a:r>
              <a:rPr lang="en-US" sz="1400" b="1">
                <a:latin typeface="+mj-lt"/>
                <a:cs typeface="+mn-cs"/>
              </a:rPr>
              <a:t> </a:t>
            </a:r>
            <a:r>
              <a:rPr lang="en-US" sz="1400" b="1" err="1">
                <a:latin typeface="+mj-lt"/>
                <a:cs typeface="+mn-cs"/>
              </a:rPr>
              <a:t>temport</a:t>
            </a:r>
            <a:r>
              <a:rPr lang="en-US" sz="1400" b="1">
                <a:latin typeface="+mj-lt"/>
                <a:cs typeface="+mn-cs"/>
              </a:rPr>
              <a:t>.</a:t>
            </a:r>
            <a:endParaRPr lang="en-US" sz="1400">
              <a:latin typeface="+mj-lt"/>
              <a:cs typeface="+mn-cs"/>
            </a:endParaRPr>
          </a:p>
          <a:p>
            <a:pPr>
              <a:lnSpc>
                <a:spcPct val="120000"/>
              </a:lnSpc>
              <a:spcBef>
                <a:spcPts val="0"/>
              </a:spcBef>
              <a:spcAft>
                <a:spcPts val="1600"/>
              </a:spcAft>
            </a:pPr>
            <a:r>
              <a:rPr lang="en-US" sz="1400">
                <a:latin typeface="+mn-lt"/>
                <a:cs typeface="+mn-cs"/>
              </a:rPr>
              <a:t>Lorem ipsum dolor sit </a:t>
            </a:r>
            <a:r>
              <a:rPr lang="en-US" sz="1400" err="1">
                <a:latin typeface="+mn-lt"/>
                <a:cs typeface="+mn-cs"/>
              </a:rPr>
              <a:t>amet</a:t>
            </a:r>
            <a:r>
              <a:rPr lang="en-US" sz="1400">
                <a:latin typeface="+mn-lt"/>
                <a:cs typeface="+mn-cs"/>
              </a:rPr>
              <a:t>, </a:t>
            </a:r>
            <a:r>
              <a:rPr lang="en-US" sz="1400" err="1">
                <a:latin typeface="+mn-lt"/>
                <a:cs typeface="+mn-cs"/>
              </a:rPr>
              <a:t>consectetur</a:t>
            </a:r>
            <a:r>
              <a:rPr lang="en-US" sz="1400">
                <a:latin typeface="+mn-lt"/>
                <a:cs typeface="+mn-cs"/>
              </a:rPr>
              <a:t> </a:t>
            </a:r>
            <a:r>
              <a:rPr lang="en-US" sz="1400" err="1">
                <a:latin typeface="+mn-lt"/>
                <a:cs typeface="+mn-cs"/>
              </a:rPr>
              <a:t>adipiscing</a:t>
            </a:r>
            <a:r>
              <a:rPr lang="en-US" sz="1400">
                <a:latin typeface="+mn-lt"/>
                <a:cs typeface="+mn-cs"/>
              </a:rPr>
              <a:t> </a:t>
            </a:r>
            <a:r>
              <a:rPr lang="en-US" sz="1400" err="1">
                <a:latin typeface="+mn-lt"/>
                <a:cs typeface="+mn-cs"/>
              </a:rPr>
              <a:t>elit</a:t>
            </a:r>
            <a:r>
              <a:rPr lang="en-US" sz="1400">
                <a:latin typeface="+mn-lt"/>
                <a:cs typeface="+mn-cs"/>
              </a:rPr>
              <a:t>, sed do </a:t>
            </a:r>
            <a:r>
              <a:rPr lang="en-US" sz="1400" err="1">
                <a:latin typeface="+mn-lt"/>
                <a:cs typeface="+mn-cs"/>
              </a:rPr>
              <a:t>eiusmod</a:t>
            </a:r>
            <a:r>
              <a:rPr lang="en-US" sz="1400">
                <a:latin typeface="+mn-lt"/>
                <a:cs typeface="+mn-cs"/>
              </a:rPr>
              <a:t> </a:t>
            </a:r>
            <a:r>
              <a:rPr lang="en-US" sz="1400" err="1">
                <a:latin typeface="+mn-lt"/>
                <a:cs typeface="+mn-cs"/>
              </a:rPr>
              <a:t>tempor</a:t>
            </a:r>
            <a:r>
              <a:rPr lang="en-US" sz="1400">
                <a:latin typeface="+mn-lt"/>
                <a:cs typeface="+mn-cs"/>
              </a:rPr>
              <a:t> </a:t>
            </a:r>
            <a:r>
              <a:rPr lang="en-US" sz="1400" err="1">
                <a:latin typeface="+mn-lt"/>
                <a:cs typeface="+mn-cs"/>
              </a:rPr>
              <a:t>incididunt</a:t>
            </a:r>
            <a:r>
              <a:rPr lang="en-US" sz="1400">
                <a:latin typeface="+mn-lt"/>
                <a:cs typeface="+mn-cs"/>
              </a:rPr>
              <a:t> </a:t>
            </a:r>
            <a:r>
              <a:rPr lang="en-US" sz="1400" err="1">
                <a:latin typeface="+mn-lt"/>
                <a:cs typeface="+mn-cs"/>
              </a:rPr>
              <a:t>ut</a:t>
            </a:r>
            <a:r>
              <a:rPr lang="en-US" sz="1400">
                <a:latin typeface="+mn-lt"/>
                <a:cs typeface="+mn-cs"/>
              </a:rPr>
              <a:t> labore et dolore magna.</a:t>
            </a:r>
            <a:endParaRPr lang="en-US" sz="1400" b="1">
              <a:latin typeface="+mn-lt"/>
              <a:cs typeface="+mn-cs"/>
            </a:endParaRPr>
          </a:p>
          <a:p>
            <a:pPr>
              <a:lnSpc>
                <a:spcPct val="120000"/>
              </a:lnSpc>
              <a:spcBef>
                <a:spcPts val="0"/>
              </a:spcBef>
              <a:spcAft>
                <a:spcPts val="1600"/>
              </a:spcAft>
            </a:pPr>
            <a:r>
              <a:rPr lang="en-US" sz="1400" b="1">
                <a:latin typeface="+mj-lt"/>
                <a:cs typeface="+mn-cs"/>
              </a:rPr>
              <a:t>VO: Lorem ipsum dolor sit </a:t>
            </a:r>
            <a:r>
              <a:rPr lang="en-US" sz="1400" b="1" err="1">
                <a:latin typeface="+mj-lt"/>
                <a:cs typeface="+mn-cs"/>
              </a:rPr>
              <a:t>amet</a:t>
            </a:r>
            <a:r>
              <a:rPr lang="en-US" sz="1400" b="1">
                <a:latin typeface="+mj-lt"/>
                <a:cs typeface="+mn-cs"/>
              </a:rPr>
              <a:t>, </a:t>
            </a:r>
            <a:r>
              <a:rPr lang="en-US" sz="1400" b="1" err="1">
                <a:latin typeface="+mj-lt"/>
                <a:cs typeface="+mn-cs"/>
              </a:rPr>
              <a:t>consectetur</a:t>
            </a:r>
            <a:r>
              <a:rPr lang="en-US" sz="1400" b="1">
                <a:latin typeface="+mj-lt"/>
                <a:cs typeface="+mn-cs"/>
              </a:rPr>
              <a:t> </a:t>
            </a:r>
            <a:r>
              <a:rPr lang="en-US" sz="1400" b="1" err="1">
                <a:latin typeface="+mj-lt"/>
                <a:cs typeface="+mn-cs"/>
              </a:rPr>
              <a:t>adipiscing</a:t>
            </a:r>
            <a:r>
              <a:rPr lang="en-US" sz="1400" b="1">
                <a:latin typeface="+mj-lt"/>
                <a:cs typeface="+mn-cs"/>
              </a:rPr>
              <a:t> </a:t>
            </a:r>
            <a:r>
              <a:rPr lang="en-US" sz="1400" b="1" err="1">
                <a:latin typeface="+mj-lt"/>
                <a:cs typeface="+mn-cs"/>
              </a:rPr>
              <a:t>elit</a:t>
            </a:r>
            <a:r>
              <a:rPr lang="en-US" sz="1400" b="1">
                <a:latin typeface="+mj-lt"/>
                <a:cs typeface="+mn-cs"/>
              </a:rPr>
              <a:t>, sed do </a:t>
            </a:r>
            <a:r>
              <a:rPr lang="en-US" sz="1400" b="1" err="1">
                <a:latin typeface="+mj-lt"/>
                <a:cs typeface="+mn-cs"/>
              </a:rPr>
              <a:t>eiusmod</a:t>
            </a:r>
            <a:r>
              <a:rPr lang="en-US" sz="1400" b="1">
                <a:latin typeface="+mj-lt"/>
                <a:cs typeface="+mn-cs"/>
              </a:rPr>
              <a:t> </a:t>
            </a:r>
            <a:r>
              <a:rPr lang="en-US" sz="1400" b="1" err="1">
                <a:latin typeface="+mj-lt"/>
                <a:cs typeface="+mn-cs"/>
              </a:rPr>
              <a:t>temport</a:t>
            </a:r>
            <a:r>
              <a:rPr lang="en-US" sz="1400" b="1">
                <a:latin typeface="+mj-lt"/>
                <a:cs typeface="+mn-cs"/>
              </a:rPr>
              <a:t>.</a:t>
            </a:r>
          </a:p>
          <a:p>
            <a:pPr>
              <a:lnSpc>
                <a:spcPct val="120000"/>
              </a:lnSpc>
              <a:spcBef>
                <a:spcPts val="0"/>
              </a:spcBef>
              <a:spcAft>
                <a:spcPts val="1600"/>
              </a:spcAft>
            </a:pPr>
            <a:r>
              <a:rPr lang="en-US" sz="1400">
                <a:latin typeface="+mn-lt"/>
                <a:cs typeface="+mn-cs"/>
              </a:rPr>
              <a:t>Lorem ipsum dolor sit </a:t>
            </a:r>
            <a:r>
              <a:rPr lang="en-US" sz="1400" err="1">
                <a:latin typeface="+mn-lt"/>
                <a:cs typeface="+mn-cs"/>
              </a:rPr>
              <a:t>amet</a:t>
            </a:r>
            <a:r>
              <a:rPr lang="en-US" sz="1400">
                <a:latin typeface="+mn-lt"/>
                <a:cs typeface="+mn-cs"/>
              </a:rPr>
              <a:t>, </a:t>
            </a:r>
            <a:r>
              <a:rPr lang="en-US" sz="1400" err="1">
                <a:latin typeface="+mn-lt"/>
                <a:cs typeface="+mn-cs"/>
              </a:rPr>
              <a:t>consectetur</a:t>
            </a:r>
            <a:r>
              <a:rPr lang="en-US" sz="1400">
                <a:latin typeface="+mn-lt"/>
                <a:cs typeface="+mn-cs"/>
              </a:rPr>
              <a:t> </a:t>
            </a:r>
            <a:r>
              <a:rPr lang="en-US" sz="1400" err="1">
                <a:latin typeface="+mn-lt"/>
                <a:cs typeface="+mn-cs"/>
              </a:rPr>
              <a:t>adipiscing</a:t>
            </a:r>
            <a:r>
              <a:rPr lang="en-US" sz="1400">
                <a:latin typeface="+mn-lt"/>
                <a:cs typeface="+mn-cs"/>
              </a:rPr>
              <a:t> </a:t>
            </a:r>
            <a:r>
              <a:rPr lang="en-US" sz="1400" err="1">
                <a:latin typeface="+mn-lt"/>
                <a:cs typeface="+mn-cs"/>
              </a:rPr>
              <a:t>elit</a:t>
            </a:r>
            <a:r>
              <a:rPr lang="en-US" sz="1400">
                <a:latin typeface="+mn-lt"/>
                <a:cs typeface="+mn-cs"/>
              </a:rPr>
              <a:t>, sed do </a:t>
            </a:r>
            <a:r>
              <a:rPr lang="en-US" sz="1400" err="1">
                <a:latin typeface="+mn-lt"/>
                <a:cs typeface="+mn-cs"/>
              </a:rPr>
              <a:t>eiusmod</a:t>
            </a:r>
            <a:r>
              <a:rPr lang="en-US" sz="1400">
                <a:latin typeface="+mn-lt"/>
                <a:cs typeface="+mn-cs"/>
              </a:rPr>
              <a:t> </a:t>
            </a:r>
            <a:r>
              <a:rPr lang="en-US" sz="1400" err="1">
                <a:latin typeface="+mn-lt"/>
                <a:cs typeface="+mn-cs"/>
              </a:rPr>
              <a:t>tempor</a:t>
            </a:r>
            <a:r>
              <a:rPr lang="en-US" sz="1400">
                <a:latin typeface="+mn-lt"/>
                <a:cs typeface="+mn-cs"/>
              </a:rPr>
              <a:t> </a:t>
            </a:r>
            <a:r>
              <a:rPr lang="en-US" sz="1400" err="1">
                <a:latin typeface="+mn-lt"/>
                <a:cs typeface="+mn-cs"/>
              </a:rPr>
              <a:t>incididunt</a:t>
            </a:r>
            <a:r>
              <a:rPr lang="en-US" sz="1400">
                <a:latin typeface="+mn-lt"/>
                <a:cs typeface="+mn-cs"/>
              </a:rPr>
              <a:t> </a:t>
            </a:r>
            <a:r>
              <a:rPr lang="en-US" sz="1400" err="1">
                <a:latin typeface="+mn-lt"/>
                <a:cs typeface="+mn-cs"/>
              </a:rPr>
              <a:t>ut</a:t>
            </a:r>
            <a:r>
              <a:rPr lang="en-US" sz="1400">
                <a:latin typeface="+mn-lt"/>
                <a:cs typeface="+mn-cs"/>
              </a:rPr>
              <a:t> labore et dolore magna.</a:t>
            </a:r>
            <a:endParaRPr lang="en-US" sz="1400" b="1">
              <a:latin typeface="+mn-lt"/>
              <a:cs typeface="+mn-cs"/>
            </a:endParaRPr>
          </a:p>
          <a:p>
            <a:pPr>
              <a:lnSpc>
                <a:spcPct val="120000"/>
              </a:lnSpc>
              <a:spcBef>
                <a:spcPts val="0"/>
              </a:spcBef>
              <a:spcAft>
                <a:spcPts val="1600"/>
              </a:spcAft>
            </a:pPr>
            <a:r>
              <a:rPr lang="en-US" sz="1400" b="1">
                <a:latin typeface="+mj-lt"/>
                <a:cs typeface="+mn-cs"/>
              </a:rPr>
              <a:t>VO: Lorem ipsum dolor sit </a:t>
            </a:r>
            <a:r>
              <a:rPr lang="en-US" sz="1400" b="1" err="1">
                <a:latin typeface="+mj-lt"/>
                <a:cs typeface="+mn-cs"/>
              </a:rPr>
              <a:t>amet</a:t>
            </a:r>
            <a:r>
              <a:rPr lang="en-US" sz="1400" b="1">
                <a:latin typeface="+mj-lt"/>
                <a:cs typeface="+mn-cs"/>
              </a:rPr>
              <a:t>, </a:t>
            </a:r>
            <a:r>
              <a:rPr lang="en-US" sz="1400" b="1" err="1">
                <a:latin typeface="+mj-lt"/>
                <a:cs typeface="+mn-cs"/>
              </a:rPr>
              <a:t>consectetur</a:t>
            </a:r>
            <a:r>
              <a:rPr lang="en-US" sz="1400" b="1">
                <a:latin typeface="+mj-lt"/>
                <a:cs typeface="+mn-cs"/>
              </a:rPr>
              <a:t> </a:t>
            </a:r>
            <a:r>
              <a:rPr lang="en-US" sz="1400" b="1" err="1">
                <a:latin typeface="+mj-lt"/>
                <a:cs typeface="+mn-cs"/>
              </a:rPr>
              <a:t>adipiscing</a:t>
            </a:r>
            <a:r>
              <a:rPr lang="en-US" sz="1400" b="1">
                <a:latin typeface="+mj-lt"/>
                <a:cs typeface="+mn-cs"/>
              </a:rPr>
              <a:t> </a:t>
            </a:r>
            <a:r>
              <a:rPr lang="en-US" sz="1400" b="1" err="1">
                <a:latin typeface="+mj-lt"/>
                <a:cs typeface="+mn-cs"/>
              </a:rPr>
              <a:t>elit</a:t>
            </a:r>
            <a:r>
              <a:rPr lang="en-US" sz="1400" b="1">
                <a:latin typeface="+mj-lt"/>
                <a:cs typeface="+mn-cs"/>
              </a:rPr>
              <a:t>, sed do </a:t>
            </a:r>
            <a:r>
              <a:rPr lang="en-US" sz="1400" b="1" err="1">
                <a:latin typeface="+mj-lt"/>
                <a:cs typeface="+mn-cs"/>
              </a:rPr>
              <a:t>eiusmod</a:t>
            </a:r>
            <a:r>
              <a:rPr lang="en-US" sz="1400" b="1">
                <a:latin typeface="+mj-lt"/>
                <a:cs typeface="+mn-cs"/>
              </a:rPr>
              <a:t> </a:t>
            </a:r>
            <a:r>
              <a:rPr lang="en-US" sz="1400" b="1" err="1">
                <a:latin typeface="+mj-lt"/>
                <a:cs typeface="+mn-cs"/>
              </a:rPr>
              <a:t>temport</a:t>
            </a:r>
            <a:r>
              <a:rPr lang="en-US" sz="1400" b="1">
                <a:latin typeface="+mj-lt"/>
                <a:cs typeface="+mn-cs"/>
              </a:rPr>
              <a:t>.</a:t>
            </a:r>
          </a:p>
          <a:p>
            <a:pPr>
              <a:lnSpc>
                <a:spcPct val="120000"/>
              </a:lnSpc>
              <a:spcBef>
                <a:spcPts val="0"/>
              </a:spcBef>
              <a:spcAft>
                <a:spcPts val="1600"/>
              </a:spcAft>
            </a:pPr>
            <a:r>
              <a:rPr lang="en-US" sz="1400">
                <a:latin typeface="+mn-lt"/>
                <a:cs typeface="+mn-cs"/>
              </a:rPr>
              <a:t>Lorem ipsum dolor sit </a:t>
            </a:r>
            <a:r>
              <a:rPr lang="en-US" sz="1400" err="1">
                <a:latin typeface="+mn-lt"/>
                <a:cs typeface="+mn-cs"/>
              </a:rPr>
              <a:t>amet</a:t>
            </a:r>
            <a:r>
              <a:rPr lang="en-US" sz="1400">
                <a:latin typeface="+mn-lt"/>
                <a:cs typeface="+mn-cs"/>
              </a:rPr>
              <a:t>, </a:t>
            </a:r>
            <a:r>
              <a:rPr lang="en-US" sz="1400" err="1">
                <a:latin typeface="+mn-lt"/>
                <a:cs typeface="+mn-cs"/>
              </a:rPr>
              <a:t>consectetur</a:t>
            </a:r>
            <a:r>
              <a:rPr lang="en-US" sz="1400">
                <a:latin typeface="+mn-lt"/>
                <a:cs typeface="+mn-cs"/>
              </a:rPr>
              <a:t> </a:t>
            </a:r>
            <a:r>
              <a:rPr lang="en-US" sz="1400" err="1">
                <a:latin typeface="+mn-lt"/>
                <a:cs typeface="+mn-cs"/>
              </a:rPr>
              <a:t>adipiscing</a:t>
            </a:r>
            <a:r>
              <a:rPr lang="en-US" sz="1400">
                <a:latin typeface="+mn-lt"/>
                <a:cs typeface="+mn-cs"/>
              </a:rPr>
              <a:t> </a:t>
            </a:r>
            <a:r>
              <a:rPr lang="en-US" sz="1400" err="1">
                <a:latin typeface="+mn-lt"/>
                <a:cs typeface="+mn-cs"/>
              </a:rPr>
              <a:t>elit</a:t>
            </a:r>
            <a:r>
              <a:rPr lang="en-US" sz="1400">
                <a:latin typeface="+mn-lt"/>
                <a:cs typeface="+mn-cs"/>
              </a:rPr>
              <a:t>, sed do </a:t>
            </a:r>
            <a:r>
              <a:rPr lang="en-US" sz="1400" err="1">
                <a:latin typeface="+mn-lt"/>
                <a:cs typeface="+mn-cs"/>
              </a:rPr>
              <a:t>eiusmod</a:t>
            </a:r>
            <a:r>
              <a:rPr lang="en-US" sz="1400">
                <a:latin typeface="+mn-lt"/>
                <a:cs typeface="+mn-cs"/>
              </a:rPr>
              <a:t> </a:t>
            </a:r>
            <a:r>
              <a:rPr lang="en-US" sz="1400" err="1">
                <a:latin typeface="+mn-lt"/>
                <a:cs typeface="+mn-cs"/>
              </a:rPr>
              <a:t>tempor</a:t>
            </a:r>
            <a:r>
              <a:rPr lang="en-US" sz="1400">
                <a:latin typeface="+mn-lt"/>
                <a:cs typeface="+mn-cs"/>
              </a:rPr>
              <a:t> </a:t>
            </a:r>
            <a:r>
              <a:rPr lang="en-US" sz="1400" err="1">
                <a:latin typeface="+mn-lt"/>
                <a:cs typeface="+mn-cs"/>
              </a:rPr>
              <a:t>incididunt</a:t>
            </a:r>
            <a:r>
              <a:rPr lang="en-US" sz="1400">
                <a:latin typeface="+mn-lt"/>
                <a:cs typeface="+mn-cs"/>
              </a:rPr>
              <a:t> </a:t>
            </a:r>
            <a:r>
              <a:rPr lang="en-US" sz="1400" err="1">
                <a:latin typeface="+mn-lt"/>
                <a:cs typeface="+mn-cs"/>
              </a:rPr>
              <a:t>ut</a:t>
            </a:r>
            <a:r>
              <a:rPr lang="en-US" sz="1400">
                <a:latin typeface="+mn-lt"/>
                <a:cs typeface="+mn-cs"/>
              </a:rPr>
              <a:t> labore et dolore magna.</a:t>
            </a:r>
            <a:endParaRPr lang="en-US" sz="1400" b="1">
              <a:latin typeface="+mn-lt"/>
              <a:cs typeface="+mn-cs"/>
            </a:endParaRPr>
          </a:p>
          <a:p>
            <a:pPr>
              <a:lnSpc>
                <a:spcPct val="120000"/>
              </a:lnSpc>
              <a:spcBef>
                <a:spcPts val="0"/>
              </a:spcBef>
              <a:spcAft>
                <a:spcPts val="1600"/>
              </a:spcAft>
            </a:pPr>
            <a:r>
              <a:rPr lang="en-US" sz="1400" b="1">
                <a:latin typeface="+mj-lt"/>
                <a:cs typeface="+mn-cs"/>
              </a:rPr>
              <a:t>VO: Lorem ipsum dolor sit </a:t>
            </a:r>
            <a:r>
              <a:rPr lang="en-US" sz="1400" b="1" err="1">
                <a:latin typeface="+mj-lt"/>
                <a:cs typeface="+mn-cs"/>
              </a:rPr>
              <a:t>amet</a:t>
            </a:r>
            <a:r>
              <a:rPr lang="en-US" sz="1400" b="1">
                <a:latin typeface="+mj-lt"/>
                <a:cs typeface="+mn-cs"/>
              </a:rPr>
              <a:t>, </a:t>
            </a:r>
            <a:r>
              <a:rPr lang="en-US" sz="1400" b="1" err="1">
                <a:latin typeface="+mj-lt"/>
                <a:cs typeface="+mn-cs"/>
              </a:rPr>
              <a:t>consectetur</a:t>
            </a:r>
            <a:r>
              <a:rPr lang="en-US" sz="1400" b="1">
                <a:latin typeface="+mj-lt"/>
                <a:cs typeface="+mn-cs"/>
              </a:rPr>
              <a:t> </a:t>
            </a:r>
            <a:r>
              <a:rPr lang="en-US" sz="1400" b="1" err="1">
                <a:latin typeface="+mj-lt"/>
                <a:cs typeface="+mn-cs"/>
              </a:rPr>
              <a:t>adipiscing</a:t>
            </a:r>
            <a:r>
              <a:rPr lang="en-US" sz="1400" b="1">
                <a:latin typeface="+mj-lt"/>
                <a:cs typeface="+mn-cs"/>
              </a:rPr>
              <a:t> </a:t>
            </a:r>
            <a:r>
              <a:rPr lang="en-US" sz="1400" b="1" err="1">
                <a:latin typeface="+mj-lt"/>
                <a:cs typeface="+mn-cs"/>
              </a:rPr>
              <a:t>elit</a:t>
            </a:r>
            <a:r>
              <a:rPr lang="en-US" sz="1400" b="1">
                <a:latin typeface="+mj-lt"/>
                <a:cs typeface="+mn-cs"/>
              </a:rPr>
              <a:t>, sed do </a:t>
            </a:r>
            <a:r>
              <a:rPr lang="en-US" sz="1400" b="1" err="1">
                <a:latin typeface="+mj-lt"/>
                <a:cs typeface="+mn-cs"/>
              </a:rPr>
              <a:t>eiusmod</a:t>
            </a:r>
            <a:r>
              <a:rPr lang="en-US" sz="1400" b="1">
                <a:latin typeface="+mj-lt"/>
                <a:cs typeface="+mn-cs"/>
              </a:rPr>
              <a:t> </a:t>
            </a:r>
            <a:r>
              <a:rPr lang="en-US" sz="1400" b="1" err="1">
                <a:latin typeface="+mj-lt"/>
                <a:cs typeface="+mn-cs"/>
              </a:rPr>
              <a:t>temport</a:t>
            </a:r>
            <a:r>
              <a:rPr lang="en-US" sz="1400" b="1">
                <a:latin typeface="+mj-lt"/>
                <a:cs typeface="+mn-cs"/>
              </a:rPr>
              <a:t>.</a:t>
            </a:r>
          </a:p>
          <a:p>
            <a:pPr>
              <a:lnSpc>
                <a:spcPct val="120000"/>
              </a:lnSpc>
              <a:spcBef>
                <a:spcPts val="0"/>
              </a:spcBef>
              <a:spcAft>
                <a:spcPts val="1600"/>
              </a:spcAft>
            </a:pPr>
            <a:r>
              <a:rPr lang="en-US" sz="1400">
                <a:latin typeface="+mn-lt"/>
                <a:cs typeface="+mn-cs"/>
              </a:rPr>
              <a:t>Lorem ipsum dolor sit </a:t>
            </a:r>
            <a:r>
              <a:rPr lang="en-US" sz="1400" err="1">
                <a:latin typeface="+mn-lt"/>
                <a:cs typeface="+mn-cs"/>
              </a:rPr>
              <a:t>amet</a:t>
            </a:r>
            <a:r>
              <a:rPr lang="en-US" sz="1400">
                <a:latin typeface="+mn-lt"/>
                <a:cs typeface="+mn-cs"/>
              </a:rPr>
              <a:t>, </a:t>
            </a:r>
            <a:r>
              <a:rPr lang="en-US" sz="1400" err="1">
                <a:latin typeface="+mn-lt"/>
                <a:cs typeface="+mn-cs"/>
              </a:rPr>
              <a:t>consectetur</a:t>
            </a:r>
            <a:r>
              <a:rPr lang="en-US" sz="1400">
                <a:latin typeface="+mn-lt"/>
                <a:cs typeface="+mn-cs"/>
              </a:rPr>
              <a:t> </a:t>
            </a:r>
            <a:r>
              <a:rPr lang="en-US" sz="1400" err="1">
                <a:latin typeface="+mn-lt"/>
                <a:cs typeface="+mn-cs"/>
              </a:rPr>
              <a:t>adipiscing</a:t>
            </a:r>
            <a:r>
              <a:rPr lang="en-US" sz="1400">
                <a:latin typeface="+mn-lt"/>
                <a:cs typeface="+mn-cs"/>
              </a:rPr>
              <a:t> </a:t>
            </a:r>
            <a:r>
              <a:rPr lang="en-US" sz="1400" err="1">
                <a:latin typeface="+mn-lt"/>
                <a:cs typeface="+mn-cs"/>
              </a:rPr>
              <a:t>elit</a:t>
            </a:r>
            <a:r>
              <a:rPr lang="en-US" sz="1400">
                <a:latin typeface="+mn-lt"/>
                <a:cs typeface="+mn-cs"/>
              </a:rPr>
              <a:t>, sed do </a:t>
            </a:r>
            <a:r>
              <a:rPr lang="en-US" sz="1400" err="1">
                <a:latin typeface="+mn-lt"/>
                <a:cs typeface="+mn-cs"/>
              </a:rPr>
              <a:t>eiusmod</a:t>
            </a:r>
            <a:r>
              <a:rPr lang="en-US" sz="1400">
                <a:latin typeface="+mn-lt"/>
                <a:cs typeface="+mn-cs"/>
              </a:rPr>
              <a:t> </a:t>
            </a:r>
            <a:r>
              <a:rPr lang="en-US" sz="1400" err="1">
                <a:latin typeface="+mn-lt"/>
                <a:cs typeface="+mn-cs"/>
              </a:rPr>
              <a:t>tempor</a:t>
            </a:r>
            <a:r>
              <a:rPr lang="en-US" sz="1400">
                <a:latin typeface="+mn-lt"/>
                <a:cs typeface="+mn-cs"/>
              </a:rPr>
              <a:t> </a:t>
            </a:r>
            <a:r>
              <a:rPr lang="en-US" sz="1400" err="1">
                <a:latin typeface="+mn-lt"/>
                <a:cs typeface="+mn-cs"/>
              </a:rPr>
              <a:t>incididunt</a:t>
            </a:r>
            <a:r>
              <a:rPr lang="en-US" sz="1400">
                <a:latin typeface="+mn-lt"/>
                <a:cs typeface="+mn-cs"/>
              </a:rPr>
              <a:t> </a:t>
            </a:r>
            <a:r>
              <a:rPr lang="en-US" sz="1400" err="1">
                <a:latin typeface="+mn-lt"/>
                <a:cs typeface="+mn-cs"/>
              </a:rPr>
              <a:t>ut</a:t>
            </a:r>
            <a:r>
              <a:rPr lang="en-US" sz="1400">
                <a:latin typeface="+mn-lt"/>
                <a:cs typeface="+mn-cs"/>
              </a:rPr>
              <a:t> labore et dolore magna.</a:t>
            </a:r>
            <a:endParaRPr lang="en-US" sz="1400" b="1">
              <a:latin typeface="+mn-lt"/>
              <a:cs typeface="+mn-cs"/>
            </a:endParaRPr>
          </a:p>
          <a:p>
            <a:pPr>
              <a:lnSpc>
                <a:spcPct val="120000"/>
              </a:lnSpc>
              <a:spcBef>
                <a:spcPts val="0"/>
              </a:spcBef>
              <a:spcAft>
                <a:spcPts val="1600"/>
              </a:spcAft>
            </a:pPr>
            <a:r>
              <a:rPr lang="en-US" sz="1400" b="1">
                <a:latin typeface="+mj-lt"/>
                <a:cs typeface="+mn-cs"/>
              </a:rPr>
              <a:t>VO: Lorem ipsum dolor sit </a:t>
            </a:r>
            <a:r>
              <a:rPr lang="en-US" sz="1400" b="1" err="1">
                <a:latin typeface="+mj-lt"/>
                <a:cs typeface="+mn-cs"/>
              </a:rPr>
              <a:t>amet</a:t>
            </a:r>
            <a:r>
              <a:rPr lang="en-US" sz="1400" b="1">
                <a:latin typeface="+mj-lt"/>
                <a:cs typeface="+mn-cs"/>
              </a:rPr>
              <a:t>, </a:t>
            </a:r>
            <a:r>
              <a:rPr lang="en-US" sz="1400" b="1" err="1">
                <a:latin typeface="+mj-lt"/>
                <a:cs typeface="+mn-cs"/>
              </a:rPr>
              <a:t>consectetur</a:t>
            </a:r>
            <a:r>
              <a:rPr lang="en-US" sz="1400" b="1">
                <a:latin typeface="+mj-lt"/>
                <a:cs typeface="+mn-cs"/>
              </a:rPr>
              <a:t> </a:t>
            </a:r>
            <a:r>
              <a:rPr lang="en-US" sz="1400" b="1" err="1">
                <a:latin typeface="+mj-lt"/>
                <a:cs typeface="+mn-cs"/>
              </a:rPr>
              <a:t>adipiscing</a:t>
            </a:r>
            <a:r>
              <a:rPr lang="en-US" sz="1400" b="1">
                <a:latin typeface="+mj-lt"/>
                <a:cs typeface="+mn-cs"/>
              </a:rPr>
              <a:t> </a:t>
            </a:r>
            <a:r>
              <a:rPr lang="en-US" sz="1400" b="1" err="1">
                <a:latin typeface="+mj-lt"/>
                <a:cs typeface="+mn-cs"/>
              </a:rPr>
              <a:t>elit</a:t>
            </a:r>
            <a:r>
              <a:rPr lang="en-US" sz="1400" b="1">
                <a:latin typeface="+mj-lt"/>
                <a:cs typeface="+mn-cs"/>
              </a:rPr>
              <a:t>, sed do </a:t>
            </a:r>
            <a:r>
              <a:rPr lang="en-US" sz="1400" b="1" err="1">
                <a:latin typeface="+mj-lt"/>
                <a:cs typeface="+mn-cs"/>
              </a:rPr>
              <a:t>eiusmod</a:t>
            </a:r>
            <a:r>
              <a:rPr lang="en-US" sz="1400" b="1">
                <a:latin typeface="+mj-lt"/>
                <a:cs typeface="+mn-cs"/>
              </a:rPr>
              <a:t> </a:t>
            </a:r>
            <a:r>
              <a:rPr lang="en-US" sz="1400" b="1" err="1">
                <a:latin typeface="+mj-lt"/>
                <a:cs typeface="+mn-cs"/>
              </a:rPr>
              <a:t>temport</a:t>
            </a:r>
            <a:r>
              <a:rPr lang="en-US" sz="1400" b="1">
                <a:latin typeface="+mj-lt"/>
                <a:cs typeface="+mn-cs"/>
              </a:rPr>
              <a:t>.</a:t>
            </a:r>
            <a:endParaRPr lang="en-US" sz="1400">
              <a:latin typeface="+mj-lt"/>
              <a:cs typeface="+mn-cs"/>
            </a:endParaRPr>
          </a:p>
          <a:p>
            <a:pPr>
              <a:lnSpc>
                <a:spcPct val="120000"/>
              </a:lnSpc>
              <a:spcBef>
                <a:spcPts val="0"/>
              </a:spcBef>
              <a:spcAft>
                <a:spcPts val="1600"/>
              </a:spcAft>
            </a:pPr>
            <a:r>
              <a:rPr lang="en-US" sz="1400">
                <a:latin typeface="+mn-lt"/>
                <a:cs typeface="+mn-cs"/>
              </a:rPr>
              <a:t>Lorem ipsum dolor sit </a:t>
            </a:r>
            <a:r>
              <a:rPr lang="en-US" sz="1400" err="1">
                <a:latin typeface="+mn-lt"/>
                <a:cs typeface="+mn-cs"/>
              </a:rPr>
              <a:t>amet</a:t>
            </a:r>
            <a:r>
              <a:rPr lang="en-US" sz="1400">
                <a:latin typeface="+mn-lt"/>
                <a:cs typeface="+mn-cs"/>
              </a:rPr>
              <a:t>, </a:t>
            </a:r>
            <a:r>
              <a:rPr lang="en-US" sz="1400" err="1">
                <a:latin typeface="+mn-lt"/>
                <a:cs typeface="+mn-cs"/>
              </a:rPr>
              <a:t>consectetur</a:t>
            </a:r>
            <a:r>
              <a:rPr lang="en-US" sz="1400">
                <a:latin typeface="+mn-lt"/>
                <a:cs typeface="+mn-cs"/>
              </a:rPr>
              <a:t> </a:t>
            </a:r>
            <a:r>
              <a:rPr lang="en-US" sz="1400" err="1">
                <a:latin typeface="+mn-lt"/>
                <a:cs typeface="+mn-cs"/>
              </a:rPr>
              <a:t>adipiscing</a:t>
            </a:r>
            <a:r>
              <a:rPr lang="en-US" sz="1400">
                <a:latin typeface="+mn-lt"/>
                <a:cs typeface="+mn-cs"/>
              </a:rPr>
              <a:t> </a:t>
            </a:r>
            <a:r>
              <a:rPr lang="en-US" sz="1400" err="1">
                <a:latin typeface="+mn-lt"/>
                <a:cs typeface="+mn-cs"/>
              </a:rPr>
              <a:t>elit</a:t>
            </a:r>
            <a:r>
              <a:rPr lang="en-US" sz="1400">
                <a:latin typeface="+mn-lt"/>
                <a:cs typeface="+mn-cs"/>
              </a:rPr>
              <a:t>, sed do </a:t>
            </a:r>
            <a:r>
              <a:rPr lang="en-US" sz="1400" err="1">
                <a:latin typeface="+mn-lt"/>
                <a:cs typeface="+mn-cs"/>
              </a:rPr>
              <a:t>eiusmod</a:t>
            </a:r>
            <a:r>
              <a:rPr lang="en-US" sz="1400">
                <a:latin typeface="+mn-lt"/>
                <a:cs typeface="+mn-cs"/>
              </a:rPr>
              <a:t> </a:t>
            </a:r>
            <a:r>
              <a:rPr lang="en-US" sz="1400" err="1">
                <a:latin typeface="+mn-lt"/>
                <a:cs typeface="+mn-cs"/>
              </a:rPr>
              <a:t>tempor</a:t>
            </a:r>
            <a:r>
              <a:rPr lang="en-US" sz="1400">
                <a:latin typeface="+mn-lt"/>
                <a:cs typeface="+mn-cs"/>
              </a:rPr>
              <a:t> </a:t>
            </a:r>
            <a:r>
              <a:rPr lang="en-US" sz="1400" err="1">
                <a:latin typeface="+mn-lt"/>
                <a:cs typeface="+mn-cs"/>
              </a:rPr>
              <a:t>incididunt</a:t>
            </a:r>
            <a:r>
              <a:rPr lang="en-US" sz="1400">
                <a:latin typeface="+mn-lt"/>
                <a:cs typeface="+mn-cs"/>
              </a:rPr>
              <a:t> </a:t>
            </a:r>
            <a:r>
              <a:rPr lang="en-US" sz="1400" err="1">
                <a:latin typeface="+mn-lt"/>
                <a:cs typeface="+mn-cs"/>
              </a:rPr>
              <a:t>ut</a:t>
            </a:r>
            <a:r>
              <a:rPr lang="en-US" sz="1400">
                <a:latin typeface="+mn-lt"/>
                <a:cs typeface="+mn-cs"/>
              </a:rPr>
              <a:t> labore et dolore magna.</a:t>
            </a:r>
            <a:endParaRPr lang="en-US" sz="1400" b="1">
              <a:latin typeface="+mn-lt"/>
              <a:cs typeface="+mn-cs"/>
            </a:endParaRPr>
          </a:p>
          <a:p>
            <a:pPr>
              <a:lnSpc>
                <a:spcPct val="120000"/>
              </a:lnSpc>
              <a:spcBef>
                <a:spcPts val="0"/>
              </a:spcBef>
              <a:spcAft>
                <a:spcPts val="1600"/>
              </a:spcAft>
            </a:pPr>
            <a:r>
              <a:rPr lang="en-US" sz="1400" b="1">
                <a:latin typeface="+mj-lt"/>
                <a:cs typeface="+mn-cs"/>
              </a:rPr>
              <a:t>VO: Lorem ipsum dolor sit </a:t>
            </a:r>
            <a:r>
              <a:rPr lang="en-US" sz="1400" b="1" err="1">
                <a:latin typeface="+mj-lt"/>
                <a:cs typeface="+mn-cs"/>
              </a:rPr>
              <a:t>amet</a:t>
            </a:r>
            <a:r>
              <a:rPr lang="en-US" sz="1400" b="1">
                <a:latin typeface="+mj-lt"/>
                <a:cs typeface="+mn-cs"/>
              </a:rPr>
              <a:t>, </a:t>
            </a:r>
            <a:r>
              <a:rPr lang="en-US" sz="1400" b="1" err="1">
                <a:latin typeface="+mj-lt"/>
                <a:cs typeface="+mn-cs"/>
              </a:rPr>
              <a:t>consectetur</a:t>
            </a:r>
            <a:r>
              <a:rPr lang="en-US" sz="1400" b="1">
                <a:latin typeface="+mj-lt"/>
                <a:cs typeface="+mn-cs"/>
              </a:rPr>
              <a:t> </a:t>
            </a:r>
            <a:r>
              <a:rPr lang="en-US" sz="1400" b="1" err="1">
                <a:latin typeface="+mj-lt"/>
                <a:cs typeface="+mn-cs"/>
              </a:rPr>
              <a:t>adipiscing</a:t>
            </a:r>
            <a:r>
              <a:rPr lang="en-US" sz="1400" b="1">
                <a:latin typeface="+mj-lt"/>
                <a:cs typeface="+mn-cs"/>
              </a:rPr>
              <a:t> </a:t>
            </a:r>
            <a:r>
              <a:rPr lang="en-US" sz="1400" b="1" err="1">
                <a:latin typeface="+mj-lt"/>
                <a:cs typeface="+mn-cs"/>
              </a:rPr>
              <a:t>elit</a:t>
            </a:r>
            <a:r>
              <a:rPr lang="en-US" sz="1400" b="1">
                <a:latin typeface="+mj-lt"/>
                <a:cs typeface="+mn-cs"/>
              </a:rPr>
              <a:t>, sed do </a:t>
            </a:r>
            <a:r>
              <a:rPr lang="en-US" sz="1400" b="1" err="1">
                <a:latin typeface="+mj-lt"/>
                <a:cs typeface="+mn-cs"/>
              </a:rPr>
              <a:t>eiusmod</a:t>
            </a:r>
            <a:r>
              <a:rPr lang="en-US" sz="1400" b="1">
                <a:latin typeface="+mj-lt"/>
                <a:cs typeface="+mn-cs"/>
              </a:rPr>
              <a:t> </a:t>
            </a:r>
            <a:r>
              <a:rPr lang="en-US" sz="1400" b="1" err="1">
                <a:latin typeface="+mj-lt"/>
                <a:cs typeface="+mn-cs"/>
              </a:rPr>
              <a:t>temport</a:t>
            </a:r>
            <a:r>
              <a:rPr lang="en-US" sz="1400" b="1">
                <a:latin typeface="+mj-lt"/>
                <a:cs typeface="+mn-cs"/>
              </a:rPr>
              <a:t>.</a:t>
            </a:r>
            <a:endParaRPr lang="en-US" sz="1400" b="1">
              <a:latin typeface="+mn-lt"/>
              <a:cs typeface="+mn-cs"/>
            </a:endParaRPr>
          </a:p>
          <a:p>
            <a:pPr>
              <a:lnSpc>
                <a:spcPct val="120000"/>
              </a:lnSpc>
              <a:spcBef>
                <a:spcPts val="0"/>
              </a:spcBef>
              <a:spcAft>
                <a:spcPts val="1600"/>
              </a:spcAft>
            </a:pPr>
            <a:r>
              <a:rPr lang="en-US" sz="1400">
                <a:latin typeface="+mn-lt"/>
                <a:cs typeface="+mn-cs"/>
              </a:rPr>
              <a:t>Lorem ipsum dolor sit </a:t>
            </a:r>
            <a:r>
              <a:rPr lang="en-US" sz="1400" err="1">
                <a:latin typeface="+mn-lt"/>
                <a:cs typeface="+mn-cs"/>
              </a:rPr>
              <a:t>amet</a:t>
            </a:r>
            <a:r>
              <a:rPr lang="en-US" sz="1400">
                <a:latin typeface="+mn-lt"/>
                <a:cs typeface="+mn-cs"/>
              </a:rPr>
              <a:t>, </a:t>
            </a:r>
            <a:r>
              <a:rPr lang="en-US" sz="1400" err="1">
                <a:latin typeface="+mn-lt"/>
                <a:cs typeface="+mn-cs"/>
              </a:rPr>
              <a:t>consectetur</a:t>
            </a:r>
            <a:r>
              <a:rPr lang="en-US" sz="1400">
                <a:latin typeface="+mn-lt"/>
                <a:cs typeface="+mn-cs"/>
              </a:rPr>
              <a:t> </a:t>
            </a:r>
            <a:r>
              <a:rPr lang="en-US" sz="1400" err="1">
                <a:latin typeface="+mn-lt"/>
                <a:cs typeface="+mn-cs"/>
              </a:rPr>
              <a:t>adipiscing</a:t>
            </a:r>
            <a:r>
              <a:rPr lang="en-US" sz="1400">
                <a:latin typeface="+mn-lt"/>
                <a:cs typeface="+mn-cs"/>
              </a:rPr>
              <a:t> </a:t>
            </a:r>
            <a:r>
              <a:rPr lang="en-US" sz="1400" err="1">
                <a:latin typeface="+mn-lt"/>
                <a:cs typeface="+mn-cs"/>
              </a:rPr>
              <a:t>elit</a:t>
            </a:r>
            <a:r>
              <a:rPr lang="en-US" sz="1400">
                <a:latin typeface="+mn-lt"/>
                <a:cs typeface="+mn-cs"/>
              </a:rPr>
              <a:t>, sed do </a:t>
            </a:r>
            <a:r>
              <a:rPr lang="en-US" sz="1400" err="1">
                <a:latin typeface="+mn-lt"/>
                <a:cs typeface="+mn-cs"/>
              </a:rPr>
              <a:t>eiusmod</a:t>
            </a:r>
            <a:r>
              <a:rPr lang="en-US" sz="1400">
                <a:latin typeface="+mn-lt"/>
                <a:cs typeface="+mn-cs"/>
              </a:rPr>
              <a:t> </a:t>
            </a:r>
            <a:r>
              <a:rPr lang="en-US" sz="1400" err="1">
                <a:latin typeface="+mn-lt"/>
                <a:cs typeface="+mn-cs"/>
              </a:rPr>
              <a:t>tempor</a:t>
            </a:r>
            <a:r>
              <a:rPr lang="en-US" sz="1400">
                <a:latin typeface="+mn-lt"/>
                <a:cs typeface="+mn-cs"/>
              </a:rPr>
              <a:t> </a:t>
            </a:r>
            <a:r>
              <a:rPr lang="en-US" sz="1400" err="1">
                <a:latin typeface="+mn-lt"/>
                <a:cs typeface="+mn-cs"/>
              </a:rPr>
              <a:t>incididunt</a:t>
            </a:r>
            <a:r>
              <a:rPr lang="en-US" sz="1400">
                <a:latin typeface="+mn-lt"/>
                <a:cs typeface="+mn-cs"/>
              </a:rPr>
              <a:t> </a:t>
            </a:r>
            <a:r>
              <a:rPr lang="en-US" sz="1400" err="1">
                <a:latin typeface="+mn-lt"/>
                <a:cs typeface="+mn-cs"/>
              </a:rPr>
              <a:t>ut</a:t>
            </a:r>
            <a:r>
              <a:rPr lang="en-US" sz="1400">
                <a:latin typeface="+mn-lt"/>
                <a:cs typeface="+mn-cs"/>
              </a:rPr>
              <a:t> labore et dolore magna.</a:t>
            </a:r>
            <a:endParaRPr lang="en-US" sz="1400" b="1">
              <a:latin typeface="+mn-lt"/>
              <a:cs typeface="+mn-cs"/>
            </a:endParaRPr>
          </a:p>
          <a:p>
            <a:pPr>
              <a:lnSpc>
                <a:spcPct val="120000"/>
              </a:lnSpc>
              <a:spcBef>
                <a:spcPts val="0"/>
              </a:spcBef>
              <a:spcAft>
                <a:spcPts val="1600"/>
              </a:spcAft>
            </a:pPr>
            <a:r>
              <a:rPr lang="en-US" sz="1400" b="1">
                <a:latin typeface="+mj-lt"/>
                <a:cs typeface="+mn-cs"/>
              </a:rPr>
              <a:t>VO: Lorem ipsum dolor sit </a:t>
            </a:r>
            <a:r>
              <a:rPr lang="en-US" sz="1400" b="1" err="1">
                <a:latin typeface="+mj-lt"/>
                <a:cs typeface="+mn-cs"/>
              </a:rPr>
              <a:t>amet</a:t>
            </a:r>
            <a:r>
              <a:rPr lang="en-US" sz="1400" b="1">
                <a:latin typeface="+mj-lt"/>
                <a:cs typeface="+mn-cs"/>
              </a:rPr>
              <a:t>, </a:t>
            </a:r>
            <a:r>
              <a:rPr lang="en-US" sz="1400" b="1" err="1">
                <a:latin typeface="+mj-lt"/>
                <a:cs typeface="+mn-cs"/>
              </a:rPr>
              <a:t>consectetur</a:t>
            </a:r>
            <a:r>
              <a:rPr lang="en-US" sz="1400" b="1">
                <a:latin typeface="+mj-lt"/>
                <a:cs typeface="+mn-cs"/>
              </a:rPr>
              <a:t> </a:t>
            </a:r>
            <a:r>
              <a:rPr lang="en-US" sz="1400" b="1" err="1">
                <a:latin typeface="+mj-lt"/>
                <a:cs typeface="+mn-cs"/>
              </a:rPr>
              <a:t>adipiscing</a:t>
            </a:r>
            <a:r>
              <a:rPr lang="en-US" sz="1400" b="1">
                <a:latin typeface="+mj-lt"/>
                <a:cs typeface="+mn-cs"/>
              </a:rPr>
              <a:t> </a:t>
            </a:r>
            <a:r>
              <a:rPr lang="en-US" sz="1400" b="1" err="1">
                <a:latin typeface="+mj-lt"/>
                <a:cs typeface="+mn-cs"/>
              </a:rPr>
              <a:t>elit</a:t>
            </a:r>
            <a:r>
              <a:rPr lang="en-US" sz="1400" b="1">
                <a:latin typeface="+mj-lt"/>
                <a:cs typeface="+mn-cs"/>
              </a:rPr>
              <a:t>, sed do </a:t>
            </a:r>
            <a:r>
              <a:rPr lang="en-US" sz="1400" b="1" err="1">
                <a:latin typeface="+mj-lt"/>
                <a:cs typeface="+mn-cs"/>
              </a:rPr>
              <a:t>eiusmod</a:t>
            </a:r>
            <a:r>
              <a:rPr lang="en-US" sz="1400" b="1">
                <a:latin typeface="+mj-lt"/>
                <a:cs typeface="+mn-cs"/>
              </a:rPr>
              <a:t> </a:t>
            </a:r>
            <a:r>
              <a:rPr lang="en-US" sz="1400" b="1" err="1">
                <a:latin typeface="+mj-lt"/>
                <a:cs typeface="+mn-cs"/>
              </a:rPr>
              <a:t>temport</a:t>
            </a:r>
            <a:r>
              <a:rPr lang="en-US" sz="1400" b="1">
                <a:latin typeface="+mj-lt"/>
                <a:cs typeface="+mn-cs"/>
              </a:rPr>
              <a:t>.</a:t>
            </a:r>
          </a:p>
          <a:p>
            <a:pPr>
              <a:lnSpc>
                <a:spcPct val="120000"/>
              </a:lnSpc>
              <a:spcBef>
                <a:spcPts val="0"/>
              </a:spcBef>
              <a:spcAft>
                <a:spcPts val="1600"/>
              </a:spcAft>
            </a:pPr>
            <a:r>
              <a:rPr lang="en-US" sz="1400">
                <a:latin typeface="+mn-lt"/>
                <a:cs typeface="+mn-cs"/>
              </a:rPr>
              <a:t>Lorem ipsum dolor sit </a:t>
            </a:r>
            <a:r>
              <a:rPr lang="en-US" sz="1400" err="1">
                <a:latin typeface="+mn-lt"/>
                <a:cs typeface="+mn-cs"/>
              </a:rPr>
              <a:t>amet</a:t>
            </a:r>
            <a:r>
              <a:rPr lang="en-US" sz="1400">
                <a:latin typeface="+mn-lt"/>
                <a:cs typeface="+mn-cs"/>
              </a:rPr>
              <a:t>, </a:t>
            </a:r>
            <a:r>
              <a:rPr lang="en-US" sz="1400" err="1">
                <a:latin typeface="+mn-lt"/>
                <a:cs typeface="+mn-cs"/>
              </a:rPr>
              <a:t>consectetur</a:t>
            </a:r>
            <a:r>
              <a:rPr lang="en-US" sz="1400">
                <a:latin typeface="+mn-lt"/>
                <a:cs typeface="+mn-cs"/>
              </a:rPr>
              <a:t> </a:t>
            </a:r>
            <a:r>
              <a:rPr lang="en-US" sz="1400" err="1">
                <a:latin typeface="+mn-lt"/>
                <a:cs typeface="+mn-cs"/>
              </a:rPr>
              <a:t>adipiscing</a:t>
            </a:r>
            <a:r>
              <a:rPr lang="en-US" sz="1400">
                <a:latin typeface="+mn-lt"/>
                <a:cs typeface="+mn-cs"/>
              </a:rPr>
              <a:t> </a:t>
            </a:r>
            <a:r>
              <a:rPr lang="en-US" sz="1400" err="1">
                <a:latin typeface="+mn-lt"/>
                <a:cs typeface="+mn-cs"/>
              </a:rPr>
              <a:t>elit</a:t>
            </a:r>
            <a:r>
              <a:rPr lang="en-US" sz="1400">
                <a:latin typeface="+mn-lt"/>
                <a:cs typeface="+mn-cs"/>
              </a:rPr>
              <a:t>, sed do </a:t>
            </a:r>
            <a:r>
              <a:rPr lang="en-US" sz="1400" err="1">
                <a:latin typeface="+mn-lt"/>
                <a:cs typeface="+mn-cs"/>
              </a:rPr>
              <a:t>eiusmod</a:t>
            </a:r>
            <a:r>
              <a:rPr lang="en-US" sz="1400">
                <a:latin typeface="+mn-lt"/>
                <a:cs typeface="+mn-cs"/>
              </a:rPr>
              <a:t> </a:t>
            </a:r>
            <a:r>
              <a:rPr lang="en-US" sz="1400" err="1">
                <a:latin typeface="+mn-lt"/>
                <a:cs typeface="+mn-cs"/>
              </a:rPr>
              <a:t>tempor</a:t>
            </a:r>
            <a:r>
              <a:rPr lang="en-US" sz="1400">
                <a:latin typeface="+mn-lt"/>
                <a:cs typeface="+mn-cs"/>
              </a:rPr>
              <a:t> </a:t>
            </a:r>
            <a:r>
              <a:rPr lang="en-US" sz="1400" err="1">
                <a:latin typeface="+mn-lt"/>
                <a:cs typeface="+mn-cs"/>
              </a:rPr>
              <a:t>incididunt</a:t>
            </a:r>
            <a:r>
              <a:rPr lang="en-US" sz="1400">
                <a:latin typeface="+mn-lt"/>
                <a:cs typeface="+mn-cs"/>
              </a:rPr>
              <a:t> </a:t>
            </a:r>
            <a:r>
              <a:rPr lang="en-US" sz="1400" err="1">
                <a:latin typeface="+mn-lt"/>
                <a:cs typeface="+mn-cs"/>
              </a:rPr>
              <a:t>ut</a:t>
            </a:r>
            <a:r>
              <a:rPr lang="en-US" sz="1400">
                <a:latin typeface="+mn-lt"/>
                <a:cs typeface="+mn-cs"/>
              </a:rPr>
              <a:t> labore et dolore magna.</a:t>
            </a:r>
          </a:p>
          <a:p>
            <a:pPr>
              <a:lnSpc>
                <a:spcPct val="120000"/>
              </a:lnSpc>
              <a:spcBef>
                <a:spcPts val="0"/>
              </a:spcBef>
              <a:spcAft>
                <a:spcPts val="1600"/>
              </a:spcAft>
            </a:pPr>
            <a:r>
              <a:rPr lang="en-US" sz="1400" b="1">
                <a:latin typeface="+mj-lt"/>
                <a:cs typeface="+mn-cs"/>
              </a:rPr>
              <a:t>VO: Lorem ipsum dolor sit </a:t>
            </a:r>
            <a:r>
              <a:rPr lang="en-US" sz="1400" b="1" err="1">
                <a:latin typeface="+mj-lt"/>
                <a:cs typeface="+mn-cs"/>
              </a:rPr>
              <a:t>amet</a:t>
            </a:r>
            <a:r>
              <a:rPr lang="en-US" sz="1400" b="1">
                <a:latin typeface="+mj-lt"/>
                <a:cs typeface="+mn-cs"/>
              </a:rPr>
              <a:t>, </a:t>
            </a:r>
            <a:r>
              <a:rPr lang="en-US" sz="1400" b="1" err="1">
                <a:latin typeface="+mj-lt"/>
                <a:cs typeface="+mn-cs"/>
              </a:rPr>
              <a:t>consectetur</a:t>
            </a:r>
            <a:r>
              <a:rPr lang="en-US" sz="1400" b="1">
                <a:latin typeface="+mj-lt"/>
                <a:cs typeface="+mn-cs"/>
              </a:rPr>
              <a:t> </a:t>
            </a:r>
            <a:r>
              <a:rPr lang="en-US" sz="1400" b="1" err="1">
                <a:latin typeface="+mj-lt"/>
                <a:cs typeface="+mn-cs"/>
              </a:rPr>
              <a:t>adipiscing</a:t>
            </a:r>
            <a:r>
              <a:rPr lang="en-US" sz="1400" b="1">
                <a:latin typeface="+mj-lt"/>
                <a:cs typeface="+mn-cs"/>
              </a:rPr>
              <a:t> </a:t>
            </a:r>
            <a:r>
              <a:rPr lang="en-US" sz="1400" b="1" err="1">
                <a:latin typeface="+mj-lt"/>
                <a:cs typeface="+mn-cs"/>
              </a:rPr>
              <a:t>elit</a:t>
            </a:r>
            <a:r>
              <a:rPr lang="en-US" sz="1400" b="1">
                <a:latin typeface="+mj-lt"/>
                <a:cs typeface="+mn-cs"/>
              </a:rPr>
              <a:t>, sed do </a:t>
            </a:r>
            <a:r>
              <a:rPr lang="en-US" sz="1400" b="1" err="1">
                <a:latin typeface="+mj-lt"/>
                <a:cs typeface="+mn-cs"/>
              </a:rPr>
              <a:t>eiusmod</a:t>
            </a:r>
            <a:r>
              <a:rPr lang="en-US" sz="1400" b="1">
                <a:latin typeface="+mj-lt"/>
                <a:cs typeface="+mn-cs"/>
              </a:rPr>
              <a:t> </a:t>
            </a:r>
            <a:r>
              <a:rPr lang="en-US" sz="1400" b="1" err="1">
                <a:latin typeface="+mj-lt"/>
                <a:cs typeface="+mn-cs"/>
              </a:rPr>
              <a:t>temport</a:t>
            </a:r>
            <a:r>
              <a:rPr lang="en-US" sz="1400" b="1">
                <a:latin typeface="+mj-lt"/>
                <a:cs typeface="+mn-cs"/>
              </a:rPr>
              <a:t>.</a:t>
            </a:r>
          </a:p>
          <a:p>
            <a:pPr>
              <a:lnSpc>
                <a:spcPct val="120000"/>
              </a:lnSpc>
              <a:spcBef>
                <a:spcPts val="0"/>
              </a:spcBef>
              <a:spcAft>
                <a:spcPts val="1600"/>
              </a:spcAft>
            </a:pPr>
            <a:r>
              <a:rPr lang="en-US" sz="1400">
                <a:latin typeface="+mn-lt"/>
                <a:cs typeface="+mn-cs"/>
              </a:rPr>
              <a:t>Lorem ipsum dolor sit </a:t>
            </a:r>
            <a:r>
              <a:rPr lang="en-US" sz="1400" err="1">
                <a:latin typeface="+mn-lt"/>
                <a:cs typeface="+mn-cs"/>
              </a:rPr>
              <a:t>amet</a:t>
            </a:r>
            <a:r>
              <a:rPr lang="en-US" sz="1400">
                <a:latin typeface="+mn-lt"/>
                <a:cs typeface="+mn-cs"/>
              </a:rPr>
              <a:t>, </a:t>
            </a:r>
            <a:r>
              <a:rPr lang="en-US" sz="1400" err="1">
                <a:latin typeface="+mn-lt"/>
                <a:cs typeface="+mn-cs"/>
              </a:rPr>
              <a:t>consectetur</a:t>
            </a:r>
            <a:r>
              <a:rPr lang="en-US" sz="1400">
                <a:latin typeface="+mn-lt"/>
                <a:cs typeface="+mn-cs"/>
              </a:rPr>
              <a:t> </a:t>
            </a:r>
            <a:r>
              <a:rPr lang="en-US" sz="1400" err="1">
                <a:latin typeface="+mn-lt"/>
                <a:cs typeface="+mn-cs"/>
              </a:rPr>
              <a:t>adipiscing</a:t>
            </a:r>
            <a:r>
              <a:rPr lang="en-US" sz="1400">
                <a:latin typeface="+mn-lt"/>
                <a:cs typeface="+mn-cs"/>
              </a:rPr>
              <a:t> </a:t>
            </a:r>
            <a:r>
              <a:rPr lang="en-US" sz="1400" err="1">
                <a:latin typeface="+mn-lt"/>
                <a:cs typeface="+mn-cs"/>
              </a:rPr>
              <a:t>elit</a:t>
            </a:r>
            <a:r>
              <a:rPr lang="en-US" sz="1400">
                <a:latin typeface="+mn-lt"/>
                <a:cs typeface="+mn-cs"/>
              </a:rPr>
              <a:t>, sed do </a:t>
            </a:r>
            <a:r>
              <a:rPr lang="en-US" sz="1400" err="1">
                <a:latin typeface="+mn-lt"/>
                <a:cs typeface="+mn-cs"/>
              </a:rPr>
              <a:t>eiusmod</a:t>
            </a:r>
            <a:r>
              <a:rPr lang="en-US" sz="1400">
                <a:latin typeface="+mn-lt"/>
                <a:cs typeface="+mn-cs"/>
              </a:rPr>
              <a:t> </a:t>
            </a:r>
            <a:r>
              <a:rPr lang="en-US" sz="1400" err="1">
                <a:latin typeface="+mn-lt"/>
                <a:cs typeface="+mn-cs"/>
              </a:rPr>
              <a:t>tempor</a:t>
            </a:r>
            <a:r>
              <a:rPr lang="en-US" sz="1400">
                <a:latin typeface="+mn-lt"/>
                <a:cs typeface="+mn-cs"/>
              </a:rPr>
              <a:t> </a:t>
            </a:r>
            <a:r>
              <a:rPr lang="en-US" sz="1400" err="1">
                <a:latin typeface="+mn-lt"/>
                <a:cs typeface="+mn-cs"/>
              </a:rPr>
              <a:t>incididunt</a:t>
            </a:r>
            <a:r>
              <a:rPr lang="en-US" sz="1400">
                <a:latin typeface="+mn-lt"/>
                <a:cs typeface="+mn-cs"/>
              </a:rPr>
              <a:t> </a:t>
            </a:r>
            <a:r>
              <a:rPr lang="en-US" sz="1400" err="1">
                <a:latin typeface="+mn-lt"/>
                <a:cs typeface="+mn-cs"/>
              </a:rPr>
              <a:t>ut</a:t>
            </a:r>
            <a:r>
              <a:rPr lang="en-US" sz="1400">
                <a:latin typeface="+mn-lt"/>
                <a:cs typeface="+mn-cs"/>
              </a:rPr>
              <a:t> labore et dolore magna.</a:t>
            </a:r>
            <a:endParaRPr lang="en-US" sz="1400" b="1">
              <a:latin typeface="+mn-lt"/>
              <a:cs typeface="+mn-cs"/>
            </a:endParaRPr>
          </a:p>
          <a:p>
            <a:pPr>
              <a:lnSpc>
                <a:spcPct val="120000"/>
              </a:lnSpc>
              <a:spcBef>
                <a:spcPts val="0"/>
              </a:spcBef>
              <a:spcAft>
                <a:spcPts val="1600"/>
              </a:spcAft>
            </a:pPr>
            <a:r>
              <a:rPr lang="en-US" sz="1400" b="1">
                <a:latin typeface="+mj-lt"/>
                <a:cs typeface="+mn-cs"/>
              </a:rPr>
              <a:t>VO: Lorem ipsum dolor sit </a:t>
            </a:r>
            <a:r>
              <a:rPr lang="en-US" sz="1400" b="1" err="1">
                <a:latin typeface="+mj-lt"/>
                <a:cs typeface="+mn-cs"/>
              </a:rPr>
              <a:t>amet</a:t>
            </a:r>
            <a:r>
              <a:rPr lang="en-US" sz="1400" b="1">
                <a:latin typeface="+mj-lt"/>
                <a:cs typeface="+mn-cs"/>
              </a:rPr>
              <a:t>, </a:t>
            </a:r>
            <a:r>
              <a:rPr lang="en-US" sz="1400" b="1" err="1">
                <a:latin typeface="+mj-lt"/>
                <a:cs typeface="+mn-cs"/>
              </a:rPr>
              <a:t>consectetur</a:t>
            </a:r>
            <a:r>
              <a:rPr lang="en-US" sz="1400" b="1">
                <a:latin typeface="+mj-lt"/>
                <a:cs typeface="+mn-cs"/>
              </a:rPr>
              <a:t> </a:t>
            </a:r>
            <a:r>
              <a:rPr lang="en-US" sz="1400" b="1" err="1">
                <a:latin typeface="+mj-lt"/>
                <a:cs typeface="+mn-cs"/>
              </a:rPr>
              <a:t>adipiscing</a:t>
            </a:r>
            <a:r>
              <a:rPr lang="en-US" sz="1400" b="1">
                <a:latin typeface="+mj-lt"/>
                <a:cs typeface="+mn-cs"/>
              </a:rPr>
              <a:t> </a:t>
            </a:r>
            <a:r>
              <a:rPr lang="en-US" sz="1400" b="1" err="1">
                <a:latin typeface="+mj-lt"/>
                <a:cs typeface="+mn-cs"/>
              </a:rPr>
              <a:t>elit</a:t>
            </a:r>
            <a:r>
              <a:rPr lang="en-US" sz="1400" b="1">
                <a:latin typeface="+mj-lt"/>
                <a:cs typeface="+mn-cs"/>
              </a:rPr>
              <a:t>, sed do </a:t>
            </a:r>
            <a:r>
              <a:rPr lang="en-US" sz="1400" b="1" err="1">
                <a:latin typeface="+mj-lt"/>
                <a:cs typeface="+mn-cs"/>
              </a:rPr>
              <a:t>eiusmod</a:t>
            </a:r>
            <a:r>
              <a:rPr lang="en-US" sz="1400" b="1">
                <a:latin typeface="+mj-lt"/>
                <a:cs typeface="+mn-cs"/>
              </a:rPr>
              <a:t> </a:t>
            </a:r>
            <a:r>
              <a:rPr lang="en-US" sz="1400" b="1" err="1">
                <a:latin typeface="+mj-lt"/>
                <a:cs typeface="+mn-cs"/>
              </a:rPr>
              <a:t>temport</a:t>
            </a:r>
            <a:r>
              <a:rPr lang="en-US" sz="1400" b="1">
                <a:latin typeface="+mj-lt"/>
                <a:cs typeface="+mn-cs"/>
              </a:rPr>
              <a:t>.</a:t>
            </a:r>
          </a:p>
          <a:p>
            <a:pPr>
              <a:lnSpc>
                <a:spcPct val="120000"/>
              </a:lnSpc>
              <a:spcBef>
                <a:spcPts val="0"/>
              </a:spcBef>
              <a:spcAft>
                <a:spcPts val="1600"/>
              </a:spcAft>
            </a:pPr>
            <a:r>
              <a:rPr lang="en-US" sz="1400">
                <a:latin typeface="+mn-lt"/>
                <a:cs typeface="+mn-cs"/>
              </a:rPr>
              <a:t>Lorem ipsum dolor sit </a:t>
            </a:r>
            <a:r>
              <a:rPr lang="en-US" sz="1400" err="1">
                <a:latin typeface="+mn-lt"/>
                <a:cs typeface="+mn-cs"/>
              </a:rPr>
              <a:t>amet</a:t>
            </a:r>
            <a:r>
              <a:rPr lang="en-US" sz="1400">
                <a:latin typeface="+mn-lt"/>
                <a:cs typeface="+mn-cs"/>
              </a:rPr>
              <a:t>, </a:t>
            </a:r>
            <a:r>
              <a:rPr lang="en-US" sz="1400" err="1">
                <a:latin typeface="+mn-lt"/>
                <a:cs typeface="+mn-cs"/>
              </a:rPr>
              <a:t>consectetur</a:t>
            </a:r>
            <a:r>
              <a:rPr lang="en-US" sz="1400">
                <a:latin typeface="+mn-lt"/>
                <a:cs typeface="+mn-cs"/>
              </a:rPr>
              <a:t> </a:t>
            </a:r>
            <a:r>
              <a:rPr lang="en-US" sz="1400" err="1">
                <a:latin typeface="+mn-lt"/>
                <a:cs typeface="+mn-cs"/>
              </a:rPr>
              <a:t>adipiscing</a:t>
            </a:r>
            <a:r>
              <a:rPr lang="en-US" sz="1400">
                <a:latin typeface="+mn-lt"/>
                <a:cs typeface="+mn-cs"/>
              </a:rPr>
              <a:t> </a:t>
            </a:r>
            <a:r>
              <a:rPr lang="en-US" sz="1400" err="1">
                <a:latin typeface="+mn-lt"/>
                <a:cs typeface="+mn-cs"/>
              </a:rPr>
              <a:t>elit</a:t>
            </a:r>
            <a:r>
              <a:rPr lang="en-US" sz="1400">
                <a:latin typeface="+mn-lt"/>
                <a:cs typeface="+mn-cs"/>
              </a:rPr>
              <a:t>, sed do </a:t>
            </a:r>
            <a:r>
              <a:rPr lang="en-US" sz="1400" err="1">
                <a:latin typeface="+mn-lt"/>
                <a:cs typeface="+mn-cs"/>
              </a:rPr>
              <a:t>eiusmod</a:t>
            </a:r>
            <a:r>
              <a:rPr lang="en-US" sz="1400">
                <a:latin typeface="+mn-lt"/>
                <a:cs typeface="+mn-cs"/>
              </a:rPr>
              <a:t> </a:t>
            </a:r>
            <a:r>
              <a:rPr lang="en-US" sz="1400" err="1">
                <a:latin typeface="+mn-lt"/>
                <a:cs typeface="+mn-cs"/>
              </a:rPr>
              <a:t>tempor</a:t>
            </a:r>
            <a:r>
              <a:rPr lang="en-US" sz="1400">
                <a:latin typeface="+mn-lt"/>
                <a:cs typeface="+mn-cs"/>
              </a:rPr>
              <a:t> </a:t>
            </a:r>
            <a:r>
              <a:rPr lang="en-US" sz="1400" err="1">
                <a:latin typeface="+mn-lt"/>
                <a:cs typeface="+mn-cs"/>
              </a:rPr>
              <a:t>incididunt</a:t>
            </a:r>
            <a:r>
              <a:rPr lang="en-US" sz="1400">
                <a:latin typeface="+mn-lt"/>
                <a:cs typeface="+mn-cs"/>
              </a:rPr>
              <a:t> </a:t>
            </a:r>
            <a:r>
              <a:rPr lang="en-US" sz="1400" err="1">
                <a:latin typeface="+mn-lt"/>
                <a:cs typeface="+mn-cs"/>
              </a:rPr>
              <a:t>ut</a:t>
            </a:r>
            <a:r>
              <a:rPr lang="en-US" sz="1400">
                <a:latin typeface="+mn-lt"/>
                <a:cs typeface="+mn-cs"/>
              </a:rPr>
              <a:t> labore et dolore magna.</a:t>
            </a:r>
            <a:endParaRPr lang="en-US" sz="1400" b="1">
              <a:latin typeface="+mn-lt"/>
              <a:cs typeface="+mn-cs"/>
            </a:endParaRPr>
          </a:p>
          <a:p>
            <a:pPr>
              <a:lnSpc>
                <a:spcPct val="120000"/>
              </a:lnSpc>
              <a:spcBef>
                <a:spcPts val="0"/>
              </a:spcBef>
              <a:spcAft>
                <a:spcPts val="1600"/>
              </a:spcAft>
            </a:pPr>
            <a:r>
              <a:rPr lang="en-US" sz="1400" b="1">
                <a:latin typeface="+mj-lt"/>
                <a:cs typeface="+mn-cs"/>
              </a:rPr>
              <a:t>VO: Lorem ipsum dolor sit </a:t>
            </a:r>
            <a:r>
              <a:rPr lang="en-US" sz="1400" b="1" err="1">
                <a:latin typeface="+mj-lt"/>
                <a:cs typeface="+mn-cs"/>
              </a:rPr>
              <a:t>amet</a:t>
            </a:r>
            <a:r>
              <a:rPr lang="en-US" sz="1400" b="1">
                <a:latin typeface="+mj-lt"/>
                <a:cs typeface="+mn-cs"/>
              </a:rPr>
              <a:t>, </a:t>
            </a:r>
            <a:r>
              <a:rPr lang="en-US" sz="1400" b="1" err="1">
                <a:latin typeface="+mj-lt"/>
                <a:cs typeface="+mn-cs"/>
              </a:rPr>
              <a:t>consectetur</a:t>
            </a:r>
            <a:r>
              <a:rPr lang="en-US" sz="1400" b="1">
                <a:latin typeface="+mj-lt"/>
                <a:cs typeface="+mn-cs"/>
              </a:rPr>
              <a:t> </a:t>
            </a:r>
            <a:r>
              <a:rPr lang="en-US" sz="1400" b="1" err="1">
                <a:latin typeface="+mj-lt"/>
                <a:cs typeface="+mn-cs"/>
              </a:rPr>
              <a:t>adipiscing</a:t>
            </a:r>
            <a:r>
              <a:rPr lang="en-US" sz="1400" b="1">
                <a:latin typeface="+mj-lt"/>
                <a:cs typeface="+mn-cs"/>
              </a:rPr>
              <a:t> </a:t>
            </a:r>
            <a:r>
              <a:rPr lang="en-US" sz="1400" b="1" err="1">
                <a:latin typeface="+mj-lt"/>
                <a:cs typeface="+mn-cs"/>
              </a:rPr>
              <a:t>elit</a:t>
            </a:r>
            <a:r>
              <a:rPr lang="en-US" sz="1400" b="1">
                <a:latin typeface="+mj-lt"/>
                <a:cs typeface="+mn-cs"/>
              </a:rPr>
              <a:t>, sed do </a:t>
            </a:r>
            <a:r>
              <a:rPr lang="en-US" sz="1400" b="1" err="1">
                <a:latin typeface="+mj-lt"/>
                <a:cs typeface="+mn-cs"/>
              </a:rPr>
              <a:t>eiusmod</a:t>
            </a:r>
            <a:r>
              <a:rPr lang="en-US" sz="1400" b="1">
                <a:latin typeface="+mj-lt"/>
                <a:cs typeface="+mn-cs"/>
              </a:rPr>
              <a:t> </a:t>
            </a:r>
            <a:r>
              <a:rPr lang="en-US" sz="1400" b="1" err="1">
                <a:latin typeface="+mj-lt"/>
                <a:cs typeface="+mn-cs"/>
              </a:rPr>
              <a:t>temport</a:t>
            </a:r>
            <a:r>
              <a:rPr lang="en-US" sz="1400" b="1">
                <a:latin typeface="+mj-lt"/>
                <a:cs typeface="+mn-cs"/>
              </a:rPr>
              <a:t>.</a:t>
            </a:r>
          </a:p>
          <a:p>
            <a:pPr>
              <a:lnSpc>
                <a:spcPct val="120000"/>
              </a:lnSpc>
              <a:spcBef>
                <a:spcPts val="0"/>
              </a:spcBef>
              <a:spcAft>
                <a:spcPts val="1600"/>
              </a:spcAft>
            </a:pPr>
            <a:r>
              <a:rPr lang="en-US" sz="1400">
                <a:latin typeface="+mn-lt"/>
                <a:cs typeface="+mn-cs"/>
              </a:rPr>
              <a:t>Lorem ipsum dolor sit </a:t>
            </a:r>
            <a:r>
              <a:rPr lang="en-US" sz="1400" err="1">
                <a:latin typeface="+mn-lt"/>
                <a:cs typeface="+mn-cs"/>
              </a:rPr>
              <a:t>amet</a:t>
            </a:r>
            <a:r>
              <a:rPr lang="en-US" sz="1400">
                <a:latin typeface="+mn-lt"/>
                <a:cs typeface="+mn-cs"/>
              </a:rPr>
              <a:t>, </a:t>
            </a:r>
            <a:r>
              <a:rPr lang="en-US" sz="1400" err="1">
                <a:latin typeface="+mn-lt"/>
                <a:cs typeface="+mn-cs"/>
              </a:rPr>
              <a:t>consectetur</a:t>
            </a:r>
            <a:r>
              <a:rPr lang="en-US" sz="1400">
                <a:latin typeface="+mn-lt"/>
                <a:cs typeface="+mn-cs"/>
              </a:rPr>
              <a:t> </a:t>
            </a:r>
            <a:r>
              <a:rPr lang="en-US" sz="1400" err="1">
                <a:latin typeface="+mn-lt"/>
                <a:cs typeface="+mn-cs"/>
              </a:rPr>
              <a:t>adipiscing</a:t>
            </a:r>
            <a:r>
              <a:rPr lang="en-US" sz="1400">
                <a:latin typeface="+mn-lt"/>
                <a:cs typeface="+mn-cs"/>
              </a:rPr>
              <a:t> </a:t>
            </a:r>
            <a:r>
              <a:rPr lang="en-US" sz="1400" err="1">
                <a:latin typeface="+mn-lt"/>
                <a:cs typeface="+mn-cs"/>
              </a:rPr>
              <a:t>elit</a:t>
            </a:r>
            <a:r>
              <a:rPr lang="en-US" sz="1400">
                <a:latin typeface="+mn-lt"/>
                <a:cs typeface="+mn-cs"/>
              </a:rPr>
              <a:t>, sed do </a:t>
            </a:r>
            <a:r>
              <a:rPr lang="en-US" sz="1400" err="1">
                <a:latin typeface="+mn-lt"/>
                <a:cs typeface="+mn-cs"/>
              </a:rPr>
              <a:t>eiusmod</a:t>
            </a:r>
            <a:r>
              <a:rPr lang="en-US" sz="1400">
                <a:latin typeface="+mn-lt"/>
                <a:cs typeface="+mn-cs"/>
              </a:rPr>
              <a:t> </a:t>
            </a:r>
            <a:r>
              <a:rPr lang="en-US" sz="1400" err="1">
                <a:latin typeface="+mn-lt"/>
                <a:cs typeface="+mn-cs"/>
              </a:rPr>
              <a:t>tempor</a:t>
            </a:r>
            <a:r>
              <a:rPr lang="en-US" sz="1400">
                <a:latin typeface="+mn-lt"/>
                <a:cs typeface="+mn-cs"/>
              </a:rPr>
              <a:t> </a:t>
            </a:r>
            <a:r>
              <a:rPr lang="en-US" sz="1400" err="1">
                <a:latin typeface="+mn-lt"/>
                <a:cs typeface="+mn-cs"/>
              </a:rPr>
              <a:t>incididunt</a:t>
            </a:r>
            <a:r>
              <a:rPr lang="en-US" sz="1400">
                <a:latin typeface="+mn-lt"/>
                <a:cs typeface="+mn-cs"/>
              </a:rPr>
              <a:t> </a:t>
            </a:r>
            <a:r>
              <a:rPr lang="en-US" sz="1400" err="1">
                <a:latin typeface="+mn-lt"/>
                <a:cs typeface="+mn-cs"/>
              </a:rPr>
              <a:t>ut</a:t>
            </a:r>
            <a:r>
              <a:rPr lang="en-US" sz="1400">
                <a:latin typeface="+mn-lt"/>
                <a:cs typeface="+mn-cs"/>
              </a:rPr>
              <a:t> labore et dolore magna.</a:t>
            </a:r>
            <a:endParaRPr lang="en-US" sz="1400" b="1">
              <a:latin typeface="+mn-lt"/>
              <a:cs typeface="+mn-cs"/>
            </a:endParaRPr>
          </a:p>
        </p:txBody>
      </p:sp>
      <p:sp>
        <p:nvSpPr>
          <p:cNvPr id="6" name="Text Placeholder 8">
            <a:extLst>
              <a:ext uri="{FF2B5EF4-FFF2-40B4-BE49-F238E27FC236}">
                <a16:creationId xmlns:a16="http://schemas.microsoft.com/office/drawing/2014/main" id="{5F87E2AB-EBD7-2801-31A7-C397D0D4DF20}"/>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4" name="Text Placeholder 6">
            <a:extLst>
              <a:ext uri="{FF2B5EF4-FFF2-40B4-BE49-F238E27FC236}">
                <a16:creationId xmlns:a16="http://schemas.microsoft.com/office/drawing/2014/main" id="{6FBFE12E-1BE9-B5A6-665C-D312342A334C}"/>
              </a:ext>
            </a:extLst>
          </p:cNvPr>
          <p:cNvSpPr>
            <a:spLocks noGrp="1"/>
          </p:cNvSpPr>
          <p:nvPr>
            <p:ph type="body" sz="quarter" idx="14" hasCustomPrompt="1"/>
          </p:nvPr>
        </p:nvSpPr>
        <p:spPr>
          <a:xfrm>
            <a:off x="685800" y="984379"/>
            <a:ext cx="14058900" cy="886397"/>
          </a:xfrm>
        </p:spPr>
        <p:txBody>
          <a:bodyPr wrap="square" lIns="0" tIns="0" rIns="0" bIns="0">
            <a:spAutoFit/>
          </a:bodyPr>
          <a:lstStyle>
            <a:lvl1pPr marL="0" indent="0">
              <a:spcBef>
                <a:spcPts val="0"/>
              </a:spcBef>
              <a:buNone/>
              <a:defRPr sz="3200" spc="-150">
                <a:latin typeface="+mj-lt"/>
              </a:defRPr>
            </a:lvl1pPr>
          </a:lstStyle>
          <a:p>
            <a:pPr lvl="0"/>
            <a:r>
              <a:rPr lang="en-US"/>
              <a:t>This is a slide title. Tracking set to ‘tight’. </a:t>
            </a:r>
            <a:br>
              <a:rPr lang="en-US"/>
            </a:br>
            <a:r>
              <a:rPr lang="en-US"/>
              <a:t>It shouldn’t exceed two lines.</a:t>
            </a:r>
          </a:p>
        </p:txBody>
      </p:sp>
      <p:sp>
        <p:nvSpPr>
          <p:cNvPr id="2" name="Slide Number">
            <a:extLst>
              <a:ext uri="{FF2B5EF4-FFF2-40B4-BE49-F238E27FC236}">
                <a16:creationId xmlns:a16="http://schemas.microsoft.com/office/drawing/2014/main" id="{BDA63350-EA4A-ADED-BB5E-5BD84D6F820D}"/>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5" name="Slide Number">
            <a:extLst>
              <a:ext uri="{FF2B5EF4-FFF2-40B4-BE49-F238E27FC236}">
                <a16:creationId xmlns:a16="http://schemas.microsoft.com/office/drawing/2014/main" id="{A7E186EA-6E48-6979-2D0A-349E4B522282}"/>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7" name="Graphic 6">
            <a:extLst>
              <a:ext uri="{FF2B5EF4-FFF2-40B4-BE49-F238E27FC236}">
                <a16:creationId xmlns:a16="http://schemas.microsoft.com/office/drawing/2014/main" id="{C3EC9751-A668-DD9D-D335-857F0250A99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1409634779"/>
      </p:ext>
    </p:extLst>
  </p:cSld>
  <p:clrMapOvr>
    <a:overrideClrMapping bg1="lt1" tx1="dk1" bg2="lt2" tx2="dk2" accent1="accent1" accent2="accent2" accent3="accent3" accent4="accent4" accent5="accent5" accent6="accent6" hlink="hlink" folHlink="folHlink"/>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_Image Right">
    <p:bg>
      <p:bgPr>
        <a:solidFill>
          <a:schemeClr val="bg1"/>
        </a:solidFill>
        <a:effectLst/>
      </p:bgPr>
    </p:bg>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056F0E7F-9EF5-7899-C1CB-D727F1927CE4}"/>
              </a:ext>
            </a:extLst>
          </p:cNvPr>
          <p:cNvSpPr>
            <a:spLocks noGrp="1"/>
          </p:cNvSpPr>
          <p:nvPr>
            <p:ph type="pic" sz="quarter" idx="27" hasCustomPrompt="1"/>
          </p:nvPr>
        </p:nvSpPr>
        <p:spPr>
          <a:xfrm>
            <a:off x="9258302" y="114300"/>
            <a:ext cx="8915398" cy="10058400"/>
          </a:xfrm>
          <a:prstGeom prst="roundRect">
            <a:avLst>
              <a:gd name="adj" fmla="val 1315"/>
            </a:avLst>
          </a:prstGeom>
          <a:gradFill>
            <a:gsLst>
              <a:gs pos="100000">
                <a:schemeClr val="tx2"/>
              </a:gs>
              <a:gs pos="0">
                <a:schemeClr val="accent1"/>
              </a:gs>
            </a:gsLst>
            <a:lin ang="19200000" scaled="0"/>
          </a:gradFill>
        </p:spPr>
        <p:txBody>
          <a:bodyPr anchor="ctr">
            <a:normAutofit/>
          </a:bodyPr>
          <a:lstStyle>
            <a:lvl1pPr marL="0" indent="0" algn="ctr">
              <a:buNone/>
              <a:defRPr sz="1600">
                <a:solidFill>
                  <a:schemeClr val="bg1"/>
                </a:solidFill>
              </a:defRPr>
            </a:lvl1pPr>
          </a:lstStyle>
          <a:p>
            <a:r>
              <a:rPr lang="en-US"/>
              <a:t>Click here to add image</a:t>
            </a:r>
          </a:p>
        </p:txBody>
      </p:sp>
      <p:sp>
        <p:nvSpPr>
          <p:cNvPr id="7" name="Text Placeholder 8">
            <a:extLst>
              <a:ext uri="{FF2B5EF4-FFF2-40B4-BE49-F238E27FC236}">
                <a16:creationId xmlns:a16="http://schemas.microsoft.com/office/drawing/2014/main" id="{A520D550-3A44-AF03-D08E-28D500404277}"/>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4" name="Text Placeholder 6">
            <a:extLst>
              <a:ext uri="{FF2B5EF4-FFF2-40B4-BE49-F238E27FC236}">
                <a16:creationId xmlns:a16="http://schemas.microsoft.com/office/drawing/2014/main" id="{7947CE57-78FA-EC77-38D7-A40B8CC827F3}"/>
              </a:ext>
            </a:extLst>
          </p:cNvPr>
          <p:cNvSpPr>
            <a:spLocks noGrp="1"/>
          </p:cNvSpPr>
          <p:nvPr>
            <p:ph type="body" sz="quarter" idx="14" hasCustomPrompt="1"/>
          </p:nvPr>
        </p:nvSpPr>
        <p:spPr>
          <a:xfrm>
            <a:off x="685800" y="984379"/>
            <a:ext cx="8343900" cy="886397"/>
          </a:xfrm>
        </p:spPr>
        <p:txBody>
          <a:bodyPr wrap="square" lIns="0" tIns="0" rIns="0" bIns="0">
            <a:spAutoFit/>
          </a:bodyPr>
          <a:lstStyle>
            <a:lvl1pPr marL="0" indent="0">
              <a:spcBef>
                <a:spcPts val="0"/>
              </a:spcBef>
              <a:buNone/>
              <a:defRPr sz="3200" spc="-150">
                <a:latin typeface="+mj-lt"/>
              </a:defRPr>
            </a:lvl1pPr>
          </a:lstStyle>
          <a:p>
            <a:pPr lvl="0"/>
            <a:r>
              <a:rPr lang="en-US"/>
              <a:t>This is a slide title. Tracking set to ‘tight’. </a:t>
            </a:r>
            <a:br>
              <a:rPr lang="en-US"/>
            </a:br>
            <a:r>
              <a:rPr lang="en-US"/>
              <a:t>It shouldn’t exceed two lines.</a:t>
            </a:r>
          </a:p>
        </p:txBody>
      </p:sp>
      <p:sp>
        <p:nvSpPr>
          <p:cNvPr id="2" name="Slide Number">
            <a:extLst>
              <a:ext uri="{FF2B5EF4-FFF2-40B4-BE49-F238E27FC236}">
                <a16:creationId xmlns:a16="http://schemas.microsoft.com/office/drawing/2014/main" id="{01102948-B433-47B1-84EA-27745146B1E9}"/>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1"/>
                </a:solidFill>
                <a:latin typeface="+mn-lt"/>
              </a:rPr>
              <a:pPr algn="r"/>
              <a:t>‹#›</a:t>
            </a:fld>
            <a:endParaRPr lang="en-US" sz="1200">
              <a:solidFill>
                <a:schemeClr val="bg1"/>
              </a:solidFill>
              <a:latin typeface="+mn-lt"/>
            </a:endParaRPr>
          </a:p>
        </p:txBody>
      </p:sp>
      <p:sp>
        <p:nvSpPr>
          <p:cNvPr id="5" name="Slide Number">
            <a:extLst>
              <a:ext uri="{FF2B5EF4-FFF2-40B4-BE49-F238E27FC236}">
                <a16:creationId xmlns:a16="http://schemas.microsoft.com/office/drawing/2014/main" id="{E8848454-8815-3424-F731-A86ADE405627}"/>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sp>
        <p:nvSpPr>
          <p:cNvPr id="12" name="Text Placeholder 11">
            <a:extLst>
              <a:ext uri="{FF2B5EF4-FFF2-40B4-BE49-F238E27FC236}">
                <a16:creationId xmlns:a16="http://schemas.microsoft.com/office/drawing/2014/main" id="{981CBEA4-2130-6B61-0A2F-D43D0522D09F}"/>
              </a:ext>
            </a:extLst>
          </p:cNvPr>
          <p:cNvSpPr>
            <a:spLocks noGrp="1"/>
          </p:cNvSpPr>
          <p:nvPr>
            <p:ph type="body" sz="quarter" idx="28" hasCustomPrompt="1"/>
          </p:nvPr>
        </p:nvSpPr>
        <p:spPr>
          <a:xfrm>
            <a:off x="685800" y="2450380"/>
            <a:ext cx="6921500" cy="2923877"/>
          </a:xfrm>
        </p:spPr>
        <p:txBody>
          <a:bodyPr wrap="square" lIns="0" tIns="0" rIns="0" bIns="0">
            <a:spAutoFit/>
          </a:bodyPr>
          <a:lstStyle>
            <a:lvl1pPr marL="285750" indent="-285750">
              <a:lnSpc>
                <a:spcPct val="100000"/>
              </a:lnSpc>
              <a:spcBef>
                <a:spcPts val="600"/>
              </a:spcBef>
              <a:buFont typeface="Arial" panose="020B0604020202020204" pitchFamily="34" charset="0"/>
              <a:buChar char="•"/>
              <a:defRPr sz="1800"/>
            </a:lvl1pPr>
          </a:lstStyle>
          <a:p>
            <a:pPr lvl="0"/>
            <a:r>
              <a:rPr lang="en-US"/>
              <a:t>This is body copy set in Xfinity Brown. It should 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r>
              <a:rPr lang="en-US" err="1"/>
              <a:t>congue</a:t>
            </a:r>
            <a:r>
              <a:rPr lang="en-US"/>
              <a:t>. </a:t>
            </a:r>
          </a:p>
          <a:p>
            <a:pPr lvl="0"/>
            <a:r>
              <a:rPr lang="en-US"/>
              <a:t>Bullet</a:t>
            </a:r>
          </a:p>
        </p:txBody>
      </p:sp>
      <p:pic>
        <p:nvPicPr>
          <p:cNvPr id="3" name="Graphic 2">
            <a:extLst>
              <a:ext uri="{FF2B5EF4-FFF2-40B4-BE49-F238E27FC236}">
                <a16:creationId xmlns:a16="http://schemas.microsoft.com/office/drawing/2014/main" id="{AD0056E0-4829-AD36-7923-2FC8953AAB2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3498685628"/>
      </p:ext>
    </p:extLst>
  </p:cSld>
  <p:clrMapOvr>
    <a:overrideClrMapping bg1="lt1" tx1="dk1" bg2="lt2" tx2="dk2" accent1="accent1" accent2="accent2" accent3="accent3" accent4="accent4" accent5="accent5" accent6="accent6" hlink="hlink" folHlink="folHlink"/>
  </p:clrMapOvr>
  <p:transition spd="med"/>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_Image Left">
    <p:bg>
      <p:bgPr>
        <a:solidFill>
          <a:schemeClr val="bg1"/>
        </a:solidFill>
        <a:effectLst/>
      </p:bgPr>
    </p:bg>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056F0E7F-9EF5-7899-C1CB-D727F1927CE4}"/>
              </a:ext>
            </a:extLst>
          </p:cNvPr>
          <p:cNvSpPr>
            <a:spLocks noGrp="1"/>
          </p:cNvSpPr>
          <p:nvPr>
            <p:ph type="pic" sz="quarter" idx="27" hasCustomPrompt="1"/>
          </p:nvPr>
        </p:nvSpPr>
        <p:spPr>
          <a:xfrm>
            <a:off x="114300" y="114300"/>
            <a:ext cx="8915400" cy="10058400"/>
          </a:xfrm>
          <a:prstGeom prst="roundRect">
            <a:avLst>
              <a:gd name="adj" fmla="val 1448"/>
            </a:avLst>
          </a:prstGeom>
          <a:gradFill>
            <a:gsLst>
              <a:gs pos="100000">
                <a:schemeClr val="tx2"/>
              </a:gs>
              <a:gs pos="0">
                <a:schemeClr val="accent1"/>
              </a:gs>
            </a:gsLst>
            <a:lin ang="19200000" scaled="0"/>
          </a:gradFill>
        </p:spPr>
        <p:txBody>
          <a:bodyPr anchor="ctr">
            <a:normAutofit/>
          </a:bodyPr>
          <a:lstStyle>
            <a:lvl1pPr marL="0" indent="0" algn="ctr">
              <a:buNone/>
              <a:defRPr sz="1600">
                <a:solidFill>
                  <a:schemeClr val="bg1"/>
                </a:solidFill>
              </a:defRPr>
            </a:lvl1pPr>
          </a:lstStyle>
          <a:p>
            <a:r>
              <a:rPr lang="en-US"/>
              <a:t>Click here to add image</a:t>
            </a:r>
          </a:p>
        </p:txBody>
      </p:sp>
      <p:sp>
        <p:nvSpPr>
          <p:cNvPr id="6" name="Text Placeholder 5">
            <a:extLst>
              <a:ext uri="{FF2B5EF4-FFF2-40B4-BE49-F238E27FC236}">
                <a16:creationId xmlns:a16="http://schemas.microsoft.com/office/drawing/2014/main" id="{098AFFFC-1D82-173B-A7F9-2CA8DE7DC3F9}"/>
              </a:ext>
            </a:extLst>
          </p:cNvPr>
          <p:cNvSpPr>
            <a:spLocks noGrp="1"/>
          </p:cNvSpPr>
          <p:nvPr>
            <p:ph type="body" sz="quarter" idx="26" hasCustomPrompt="1"/>
          </p:nvPr>
        </p:nvSpPr>
        <p:spPr>
          <a:xfrm>
            <a:off x="9715500" y="2454442"/>
            <a:ext cx="7884188" cy="2710294"/>
          </a:xfrm>
          <a:prstGeom prst="rect">
            <a:avLst/>
          </a:prstGeom>
        </p:spPr>
        <p:txBody>
          <a:bodyPr wrap="square" lIns="0" tIns="0" rIns="0" bIns="0">
            <a:spAutoFit/>
          </a:bodyPr>
          <a:lstStyle>
            <a:lvl1pPr algn="l">
              <a:lnSpc>
                <a:spcPct val="120000"/>
              </a:lnSpc>
              <a:spcBef>
                <a:spcPts val="600"/>
              </a:spcBef>
              <a:defRPr sz="1800" b="0" i="0">
                <a:latin typeface="Xfinity Brown Light" panose="02010404010101010103" pitchFamily="2" charset="77"/>
                <a:cs typeface="Xfinity Brown Light" panose="02010404010101010103" pitchFamily="2" charset="77"/>
              </a:defRPr>
            </a:lvl1pPr>
            <a:lvl2pPr marL="0" indent="0" algn="l">
              <a:lnSpc>
                <a:spcPct val="100000"/>
              </a:lnSpc>
              <a:spcBef>
                <a:spcPts val="600"/>
              </a:spcBef>
              <a:buFont typeface="Arial" panose="020B0604020202020204" pitchFamily="34" charset="0"/>
              <a:buNone/>
              <a:defRPr sz="1800" b="0" i="0">
                <a:latin typeface="+mn-lt"/>
                <a:cs typeface="Xfinity Brown Light" panose="02010404010101010103" pitchFamily="2" charset="77"/>
              </a:defRPr>
            </a:lvl2pPr>
            <a:lvl3pPr marL="560070" indent="-285750" algn="l">
              <a:lnSpc>
                <a:spcPct val="120000"/>
              </a:lnSpc>
              <a:spcBef>
                <a:spcPts val="600"/>
              </a:spcBef>
              <a:buFont typeface="Xfinity Brown" panose="02010504010101010104" pitchFamily="50" charset="0"/>
              <a:buChar char="–"/>
              <a:defRPr sz="1800" b="0" i="0">
                <a:latin typeface="Xfinity Brown Light" panose="02010404010101010103" pitchFamily="2" charset="77"/>
                <a:cs typeface="Xfinity Brown Light" panose="02010404010101010103" pitchFamily="2" charset="77"/>
              </a:defRPr>
            </a:lvl3pPr>
            <a:lvl4pPr marL="834390" indent="-285750" algn="l">
              <a:lnSpc>
                <a:spcPct val="120000"/>
              </a:lnSpc>
              <a:spcBef>
                <a:spcPts val="600"/>
              </a:spcBef>
              <a:buFont typeface="Xfinity Brown" panose="02010504010101010104" pitchFamily="50" charset="0"/>
              <a:buChar char="o"/>
              <a:defRPr sz="1800" b="0" i="0">
                <a:latin typeface="Xfinity Brown Light" panose="02010404010101010103" pitchFamily="2" charset="77"/>
                <a:cs typeface="Xfinity Brown Light" panose="02010404010101010103" pitchFamily="2" charset="77"/>
              </a:defRPr>
            </a:lvl4pPr>
            <a:lvl5pPr marL="1108710" indent="-285750" algn="l">
              <a:lnSpc>
                <a:spcPct val="120000"/>
              </a:lnSpc>
              <a:spcBef>
                <a:spcPts val="600"/>
              </a:spcBef>
              <a:buFont typeface="Xfinity Brown" panose="02010504010101010104" pitchFamily="50" charset="0"/>
              <a:buChar char="–"/>
              <a:defRPr lang="en-US" sz="1800" b="0" i="0" u="none" strike="noStrike" cap="none" spc="0" baseline="0" dirty="0">
                <a:solidFill>
                  <a:srgbClr val="000000"/>
                </a:solidFill>
                <a:uFillTx/>
                <a:latin typeface="Xfinity Brown Light" panose="02010404010101010103" pitchFamily="2" charset="77"/>
                <a:ea typeface="Xfinity Brown" panose="02010504010101010104" pitchFamily="50" charset="0"/>
                <a:cs typeface="Xfinity Brown Light" panose="02010404010101010103" pitchFamily="2" charset="77"/>
                <a:sym typeface="Xfinity Brown" panose="02010504010101010104" pitchFamily="50" charset="0"/>
              </a:defRPr>
            </a:lvl5pPr>
          </a:lstStyle>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This is body copy set in Xfinity Brown. It should be 18 pts normally but no smaller than 14 pts. </a:t>
            </a:r>
          </a:p>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Lorem ipsum dolor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consectetur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adipiscing</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elit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do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eiusmod</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incididunt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labore et dolore magna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Eu mi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bibendumneque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egestas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Odio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orci</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dapibus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ultrices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in. Purus non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enim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present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elementum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facilisis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leo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vel. Ipsum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faucibus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vitae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nec</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ullamcorper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risus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nullam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Donec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pretium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vulputate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sapien</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nec</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sagittis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Iaculis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nunc</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augue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lacus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viverra</a:t>
            </a:r>
            <a:r>
              <a:rPr lang="en-US" sz="1800" kern="0"/>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p>
        </p:txBody>
      </p:sp>
      <p:sp>
        <p:nvSpPr>
          <p:cNvPr id="7" name="Text Placeholder 8">
            <a:extLst>
              <a:ext uri="{FF2B5EF4-FFF2-40B4-BE49-F238E27FC236}">
                <a16:creationId xmlns:a16="http://schemas.microsoft.com/office/drawing/2014/main" id="{2358FCE9-29A4-62AA-C86C-04D3A65DCBD7}"/>
              </a:ext>
            </a:extLst>
          </p:cNvPr>
          <p:cNvSpPr>
            <a:spLocks noGrp="1"/>
          </p:cNvSpPr>
          <p:nvPr>
            <p:ph type="body" sz="quarter" idx="13" hasCustomPrompt="1"/>
          </p:nvPr>
        </p:nvSpPr>
        <p:spPr>
          <a:xfrm>
            <a:off x="9715500" y="685800"/>
            <a:ext cx="5486400" cy="166199"/>
          </a:xfrm>
        </p:spPr>
        <p:txBody>
          <a:bodyPr wrap="square" lIns="0" tIns="0" rIns="0" bIns="0">
            <a:spAutoFit/>
          </a:bodyPr>
          <a:lstStyle>
            <a:lvl1pPr marL="0" indent="0">
              <a:buNone/>
              <a:defRPr sz="1200" b="0" cap="all" spc="200" baseline="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4" name="Text Placeholder 6">
            <a:extLst>
              <a:ext uri="{FF2B5EF4-FFF2-40B4-BE49-F238E27FC236}">
                <a16:creationId xmlns:a16="http://schemas.microsoft.com/office/drawing/2014/main" id="{714946F4-5365-69DC-C0B2-13D85C580C96}"/>
              </a:ext>
            </a:extLst>
          </p:cNvPr>
          <p:cNvSpPr>
            <a:spLocks noGrp="1"/>
          </p:cNvSpPr>
          <p:nvPr>
            <p:ph type="body" sz="quarter" idx="14" hasCustomPrompt="1"/>
          </p:nvPr>
        </p:nvSpPr>
        <p:spPr>
          <a:xfrm>
            <a:off x="9715500" y="984379"/>
            <a:ext cx="7886700" cy="886397"/>
          </a:xfrm>
        </p:spPr>
        <p:txBody>
          <a:bodyPr wrap="square" lIns="0" tIns="0" rIns="0" bIns="0">
            <a:spAutoFit/>
          </a:bodyPr>
          <a:lstStyle>
            <a:lvl1pPr marL="0" indent="0">
              <a:spcBef>
                <a:spcPts val="0"/>
              </a:spcBef>
              <a:buNone/>
              <a:defRPr sz="3200" spc="-150">
                <a:latin typeface="+mj-lt"/>
              </a:defRPr>
            </a:lvl1pPr>
          </a:lstStyle>
          <a:p>
            <a:pPr lvl="0"/>
            <a:r>
              <a:rPr lang="en-US"/>
              <a:t>This is a slide title. Tracking set to ‘tight’. </a:t>
            </a:r>
            <a:br>
              <a:rPr lang="en-US"/>
            </a:br>
            <a:r>
              <a:rPr lang="en-US"/>
              <a:t>It shouldn’t exceed two lines.</a:t>
            </a:r>
          </a:p>
        </p:txBody>
      </p:sp>
      <p:sp>
        <p:nvSpPr>
          <p:cNvPr id="2" name="Slide Number">
            <a:extLst>
              <a:ext uri="{FF2B5EF4-FFF2-40B4-BE49-F238E27FC236}">
                <a16:creationId xmlns:a16="http://schemas.microsoft.com/office/drawing/2014/main" id="{AE401231-C644-72F6-F992-C147EE60235F}"/>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5" name="Slide Number">
            <a:extLst>
              <a:ext uri="{FF2B5EF4-FFF2-40B4-BE49-F238E27FC236}">
                <a16:creationId xmlns:a16="http://schemas.microsoft.com/office/drawing/2014/main" id="{857FC305-AF50-20F6-A1A2-E1DE3713CF74}"/>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pic>
        <p:nvPicPr>
          <p:cNvPr id="9" name="Graphic 8">
            <a:extLst>
              <a:ext uri="{FF2B5EF4-FFF2-40B4-BE49-F238E27FC236}">
                <a16:creationId xmlns:a16="http://schemas.microsoft.com/office/drawing/2014/main" id="{97A55837-4607-8BCC-4E34-E1CFB60ECE7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2187489504"/>
      </p:ext>
    </p:extLst>
  </p:cSld>
  <p:clrMapOvr>
    <a:overrideClrMapping bg1="lt1" tx1="dk1" bg2="lt2" tx2="dk2" accent1="accent1" accent2="accent2" accent3="accent3" accent4="accent4" accent5="accent5" accent6="accent6" hlink="hlink" folHlink="folHlink"/>
  </p:clrMapOvr>
  <p:transition spd="med"/>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322820-8E47-1201-9DFF-9FA5DDFA18EF}"/>
              </a:ext>
            </a:extLst>
          </p:cNvPr>
          <p:cNvSpPr/>
          <p:nvPr userDrawn="1"/>
        </p:nvSpPr>
        <p:spPr>
          <a:xfrm>
            <a:off x="9143999" y="0"/>
            <a:ext cx="9144001" cy="10287000"/>
          </a:xfrm>
          <a:prstGeom prst="rect">
            <a:avLst/>
          </a:prstGeom>
          <a:blipFill>
            <a:blip r:embed="rId2" cstate="hq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8">
            <a:extLst>
              <a:ext uri="{FF2B5EF4-FFF2-40B4-BE49-F238E27FC236}">
                <a16:creationId xmlns:a16="http://schemas.microsoft.com/office/drawing/2014/main" id="{36FDFAA2-4508-D1DD-32A1-16F1AC250CC4}"/>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tx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11" name="Text Placeholder 10">
            <a:extLst>
              <a:ext uri="{FF2B5EF4-FFF2-40B4-BE49-F238E27FC236}">
                <a16:creationId xmlns:a16="http://schemas.microsoft.com/office/drawing/2014/main" id="{3C1C242C-96F4-8FF5-96C9-6C8C3D2DD87F}"/>
              </a:ext>
            </a:extLst>
          </p:cNvPr>
          <p:cNvSpPr>
            <a:spLocks noGrp="1"/>
          </p:cNvSpPr>
          <p:nvPr>
            <p:ph type="body" sz="quarter" idx="28" hasCustomPrompt="1"/>
          </p:nvPr>
        </p:nvSpPr>
        <p:spPr>
          <a:xfrm>
            <a:off x="9715500" y="2454442"/>
            <a:ext cx="7886700" cy="3200876"/>
          </a:xfrm>
        </p:spPr>
        <p:txBody>
          <a:bodyPr wrap="square" lIns="0" tIns="0" rIns="0" bIns="0">
            <a:spAutoFit/>
          </a:bodyPr>
          <a:lstStyle>
            <a:lvl1pPr marL="285750" indent="-285750">
              <a:lnSpc>
                <a:spcPct val="100000"/>
              </a:lnSpc>
              <a:spcBef>
                <a:spcPts val="600"/>
              </a:spcBef>
              <a:buFont typeface="Arial" panose="020B0604020202020204" pitchFamily="34" charset="0"/>
              <a:buChar char="•"/>
              <a:defRPr sz="1800">
                <a:solidFill>
                  <a:schemeClr val="bg1"/>
                </a:solidFill>
                <a:latin typeface="+mn-lt"/>
                <a:cs typeface="Xfinity Brown Light" panose="02010404010101010103" pitchFamily="50" charset="0"/>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This is body copy set in Xfinity Brown. It should </a:t>
            </a:r>
            <a:br>
              <a:rPr lang="en-US"/>
            </a:br>
            <a:r>
              <a:rPr lang="en-US"/>
              <a:t>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br>
              <a:rPr lang="en-US"/>
            </a:b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r>
              <a:rPr lang="en-US" err="1"/>
              <a:t>congue</a:t>
            </a:r>
            <a:r>
              <a:rPr lang="en-US"/>
              <a:t>. </a:t>
            </a:r>
          </a:p>
          <a:p>
            <a:pPr lvl="0"/>
            <a:r>
              <a:rPr lang="en-US"/>
              <a:t>Bullet</a:t>
            </a:r>
          </a:p>
        </p:txBody>
      </p:sp>
      <p:sp>
        <p:nvSpPr>
          <p:cNvPr id="8" name="Text Placeholder 6">
            <a:extLst>
              <a:ext uri="{FF2B5EF4-FFF2-40B4-BE49-F238E27FC236}">
                <a16:creationId xmlns:a16="http://schemas.microsoft.com/office/drawing/2014/main" id="{D44973F9-8E29-1A11-EAAA-2807ACE33C52}"/>
              </a:ext>
            </a:extLst>
          </p:cNvPr>
          <p:cNvSpPr>
            <a:spLocks noGrp="1"/>
          </p:cNvSpPr>
          <p:nvPr>
            <p:ph type="body" sz="quarter" idx="14" hasCustomPrompt="1"/>
          </p:nvPr>
        </p:nvSpPr>
        <p:spPr>
          <a:xfrm>
            <a:off x="685800" y="984379"/>
            <a:ext cx="8115300" cy="443198"/>
          </a:xfrm>
        </p:spPr>
        <p:txBody>
          <a:bodyPr wrap="square" lIns="0" tIns="0" rIns="0" bIns="0">
            <a:spAutoFit/>
          </a:bodyPr>
          <a:lstStyle>
            <a:lvl1pPr marL="0" indent="0">
              <a:spcBef>
                <a:spcPts val="0"/>
              </a:spcBef>
              <a:buNone/>
              <a:defRPr sz="3200" spc="-150">
                <a:latin typeface="+mj-lt"/>
              </a:defRPr>
            </a:lvl1pPr>
          </a:lstStyle>
          <a:p>
            <a:pPr lvl="0"/>
            <a:r>
              <a:rPr lang="en-US"/>
              <a:t>Lorem ipsum dolor sit </a:t>
            </a:r>
            <a:r>
              <a:rPr lang="en-US" err="1"/>
              <a:t>amet</a:t>
            </a:r>
            <a:r>
              <a:rPr lang="en-US"/>
              <a:t>.</a:t>
            </a:r>
          </a:p>
        </p:txBody>
      </p:sp>
      <p:sp>
        <p:nvSpPr>
          <p:cNvPr id="9" name="Text Placeholder 6">
            <a:extLst>
              <a:ext uri="{FF2B5EF4-FFF2-40B4-BE49-F238E27FC236}">
                <a16:creationId xmlns:a16="http://schemas.microsoft.com/office/drawing/2014/main" id="{94258BCC-6E26-DA2C-D8DD-DB31E32E0ADE}"/>
              </a:ext>
            </a:extLst>
          </p:cNvPr>
          <p:cNvSpPr>
            <a:spLocks noGrp="1"/>
          </p:cNvSpPr>
          <p:nvPr>
            <p:ph type="body" sz="quarter" idx="29" hasCustomPrompt="1"/>
          </p:nvPr>
        </p:nvSpPr>
        <p:spPr>
          <a:xfrm>
            <a:off x="9715500" y="984379"/>
            <a:ext cx="8115300" cy="443198"/>
          </a:xfrm>
        </p:spPr>
        <p:txBody>
          <a:bodyPr wrap="square" lIns="0" tIns="0" rIns="0" bIns="0">
            <a:spAutoFit/>
          </a:bodyPr>
          <a:lstStyle>
            <a:lvl1pPr marL="0" indent="0">
              <a:spcBef>
                <a:spcPts val="0"/>
              </a:spcBef>
              <a:buNone/>
              <a:defRPr sz="3200" spc="-150">
                <a:solidFill>
                  <a:schemeClr val="bg1"/>
                </a:solidFill>
                <a:latin typeface="+mj-lt"/>
              </a:defRPr>
            </a:lvl1pPr>
          </a:lstStyle>
          <a:p>
            <a:r>
              <a:rPr lang="en-US"/>
              <a:t>But not lorem ipsum dolor.</a:t>
            </a:r>
          </a:p>
        </p:txBody>
      </p:sp>
      <p:sp>
        <p:nvSpPr>
          <p:cNvPr id="2" name="Slide Number">
            <a:extLst>
              <a:ext uri="{FF2B5EF4-FFF2-40B4-BE49-F238E27FC236}">
                <a16:creationId xmlns:a16="http://schemas.microsoft.com/office/drawing/2014/main" id="{BAD40B85-4DBB-3A3E-AEC4-E4F1082AA93C}"/>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1"/>
                </a:solidFill>
                <a:latin typeface="+mn-lt"/>
              </a:rPr>
              <a:pPr algn="r"/>
              <a:t>‹#›</a:t>
            </a:fld>
            <a:endParaRPr lang="en-US" sz="1200">
              <a:solidFill>
                <a:schemeClr val="bg1"/>
              </a:solidFill>
              <a:latin typeface="+mn-lt"/>
            </a:endParaRPr>
          </a:p>
        </p:txBody>
      </p:sp>
      <p:sp>
        <p:nvSpPr>
          <p:cNvPr id="5" name="Slide Number">
            <a:extLst>
              <a:ext uri="{FF2B5EF4-FFF2-40B4-BE49-F238E27FC236}">
                <a16:creationId xmlns:a16="http://schemas.microsoft.com/office/drawing/2014/main" id="{6C93A5FA-333C-D95B-D782-50BD4108E2A7}"/>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sp>
        <p:nvSpPr>
          <p:cNvPr id="12" name="Text Placeholder 10">
            <a:extLst>
              <a:ext uri="{FF2B5EF4-FFF2-40B4-BE49-F238E27FC236}">
                <a16:creationId xmlns:a16="http://schemas.microsoft.com/office/drawing/2014/main" id="{4D6079A1-C19A-3A0F-B190-ED7E7B5BEE03}"/>
              </a:ext>
            </a:extLst>
          </p:cNvPr>
          <p:cNvSpPr>
            <a:spLocks noGrp="1"/>
          </p:cNvSpPr>
          <p:nvPr>
            <p:ph type="body" sz="quarter" idx="30" hasCustomPrompt="1"/>
          </p:nvPr>
        </p:nvSpPr>
        <p:spPr>
          <a:xfrm>
            <a:off x="685800" y="2454442"/>
            <a:ext cx="7886700" cy="3200876"/>
          </a:xfrm>
        </p:spPr>
        <p:txBody>
          <a:bodyPr wrap="square" lIns="0" tIns="0" rIns="0" bIns="0">
            <a:spAutoFit/>
          </a:bodyPr>
          <a:lstStyle>
            <a:lvl1pPr marL="285750" indent="-285750">
              <a:lnSpc>
                <a:spcPct val="100000"/>
              </a:lnSpc>
              <a:spcBef>
                <a:spcPts val="600"/>
              </a:spcBef>
              <a:buFont typeface="Arial" panose="020B0604020202020204" pitchFamily="34" charset="0"/>
              <a:buChar char="•"/>
              <a:defRPr sz="1800">
                <a:solidFill>
                  <a:schemeClr val="tx1"/>
                </a:solidFill>
                <a:latin typeface="+mn-lt"/>
                <a:cs typeface="Xfinity Brown Light" panose="02010404010101010103" pitchFamily="50" charset="0"/>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This is body copy set in Xfinity Brown. It should </a:t>
            </a:r>
            <a:br>
              <a:rPr lang="en-US"/>
            </a:br>
            <a:r>
              <a:rPr lang="en-US"/>
              <a:t>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br>
              <a:rPr lang="en-US"/>
            </a:b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r>
              <a:rPr lang="en-US" err="1"/>
              <a:t>congue</a:t>
            </a:r>
            <a:r>
              <a:rPr lang="en-US"/>
              <a:t>. </a:t>
            </a:r>
          </a:p>
          <a:p>
            <a:pPr lvl="0"/>
            <a:r>
              <a:rPr lang="en-US"/>
              <a:t>Bullet</a:t>
            </a:r>
          </a:p>
        </p:txBody>
      </p:sp>
      <p:pic>
        <p:nvPicPr>
          <p:cNvPr id="3" name="Graphic 2">
            <a:extLst>
              <a:ext uri="{FF2B5EF4-FFF2-40B4-BE49-F238E27FC236}">
                <a16:creationId xmlns:a16="http://schemas.microsoft.com/office/drawing/2014/main" id="{8F60CE75-E668-C7A6-C914-EB9115DC821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28654028"/>
      </p:ext>
    </p:extLst>
  </p:cSld>
  <p:clrMapOvr>
    <a:overrideClrMapping bg1="lt1" tx1="dk1" bg2="lt2" tx2="dk2" accent1="accent1" accent2="accent2" accent3="accent3" accent4="accent4" accent5="accent5" accent6="accent6" hlink="hlink" folHlink="folHlink"/>
  </p:clrMapOvr>
  <p:transition spd="med"/>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Mood Board">
    <p:bg>
      <p:bgPr>
        <a:solidFill>
          <a:schemeClr val="bg1"/>
        </a:solidFill>
        <a:effectLst/>
      </p:bgPr>
    </p:bg>
    <p:spTree>
      <p:nvGrpSpPr>
        <p:cNvPr id="1" name=""/>
        <p:cNvGrpSpPr/>
        <p:nvPr/>
      </p:nvGrpSpPr>
      <p:grpSpPr>
        <a:xfrm>
          <a:off x="0" y="0"/>
          <a:ext cx="0" cy="0"/>
          <a:chOff x="0" y="0"/>
          <a:chExt cx="0" cy="0"/>
        </a:xfrm>
      </p:grpSpPr>
      <p:sp>
        <p:nvSpPr>
          <p:cNvPr id="12" name="Picture Placeholder 4">
            <a:extLst>
              <a:ext uri="{FF2B5EF4-FFF2-40B4-BE49-F238E27FC236}">
                <a16:creationId xmlns:a16="http://schemas.microsoft.com/office/drawing/2014/main" id="{DC4992F5-759A-6C10-88ED-39ED5D5BB36B}"/>
              </a:ext>
            </a:extLst>
          </p:cNvPr>
          <p:cNvSpPr>
            <a:spLocks noGrp="1"/>
          </p:cNvSpPr>
          <p:nvPr>
            <p:ph type="pic" sz="quarter" idx="21" hasCustomPrompt="1"/>
          </p:nvPr>
        </p:nvSpPr>
        <p:spPr>
          <a:xfrm>
            <a:off x="13622159" y="6986016"/>
            <a:ext cx="4551539" cy="3186683"/>
          </a:xfrm>
          <a:prstGeom prst="roundRect">
            <a:avLst>
              <a:gd name="adj" fmla="val 4512"/>
            </a:avLst>
          </a:prstGeom>
          <a:solidFill>
            <a:schemeClr val="bg2">
              <a:lumMod val="40000"/>
              <a:lumOff val="60000"/>
            </a:schemeClr>
          </a:solidFill>
          <a:ln>
            <a:noFill/>
          </a:ln>
        </p:spPr>
        <p:txBody>
          <a:bodyPr anchor="ctr"/>
          <a:lstStyle>
            <a:lvl1pPr marL="0" indent="0" algn="ctr">
              <a:buNone/>
              <a:defRPr sz="1000" b="1" i="0">
                <a:solidFill>
                  <a:schemeClr val="bg1"/>
                </a:solidFill>
                <a:latin typeface="+mj-lt"/>
                <a:cs typeface="+mn-cs"/>
              </a:defRPr>
            </a:lvl1pPr>
          </a:lstStyle>
          <a:p>
            <a:r>
              <a:rPr lang="en-US"/>
              <a:t>Click Icon </a:t>
            </a:r>
            <a:br>
              <a:rPr lang="en-US"/>
            </a:br>
            <a:r>
              <a:rPr lang="en-US"/>
              <a:t>to Insert Image</a:t>
            </a:r>
          </a:p>
        </p:txBody>
      </p:sp>
      <p:sp>
        <p:nvSpPr>
          <p:cNvPr id="10" name="Picture Placeholder 4">
            <a:extLst>
              <a:ext uri="{FF2B5EF4-FFF2-40B4-BE49-F238E27FC236}">
                <a16:creationId xmlns:a16="http://schemas.microsoft.com/office/drawing/2014/main" id="{DE4FF162-B1D6-C718-1DC4-47861FDD9D2E}"/>
              </a:ext>
            </a:extLst>
          </p:cNvPr>
          <p:cNvSpPr>
            <a:spLocks noGrp="1"/>
          </p:cNvSpPr>
          <p:nvPr>
            <p:ph type="pic" sz="quarter" idx="14" hasCustomPrompt="1"/>
          </p:nvPr>
        </p:nvSpPr>
        <p:spPr>
          <a:xfrm>
            <a:off x="114301" y="5262372"/>
            <a:ext cx="8915399" cy="4910328"/>
          </a:xfrm>
          <a:prstGeom prst="roundRect">
            <a:avLst>
              <a:gd name="adj" fmla="val 1795"/>
            </a:avLst>
          </a:prstGeom>
          <a:solidFill>
            <a:schemeClr val="bg2">
              <a:lumMod val="75000"/>
            </a:schemeClr>
          </a:solidFill>
          <a:ln>
            <a:noFill/>
          </a:ln>
        </p:spPr>
        <p:txBody>
          <a:bodyPr anchor="ctr"/>
          <a:lstStyle>
            <a:lvl1pPr marL="0" indent="0" algn="ctr">
              <a:buNone/>
              <a:defRPr sz="1000" b="1" i="0">
                <a:solidFill>
                  <a:schemeClr val="bg1"/>
                </a:solidFill>
                <a:latin typeface="+mj-lt"/>
                <a:cs typeface="+mn-cs"/>
              </a:defRPr>
            </a:lvl1pPr>
          </a:lstStyle>
          <a:p>
            <a:r>
              <a:rPr lang="en-US"/>
              <a:t>Click Icon </a:t>
            </a:r>
            <a:br>
              <a:rPr lang="en-US"/>
            </a:br>
            <a:r>
              <a:rPr lang="en-US"/>
              <a:t>to Insert Image</a:t>
            </a:r>
          </a:p>
        </p:txBody>
      </p:sp>
      <p:sp>
        <p:nvSpPr>
          <p:cNvPr id="6" name="Picture Placeholder 4">
            <a:extLst>
              <a:ext uri="{FF2B5EF4-FFF2-40B4-BE49-F238E27FC236}">
                <a16:creationId xmlns:a16="http://schemas.microsoft.com/office/drawing/2014/main" id="{BD7BEB37-F1E7-2401-4D57-21E0FACEFA28}"/>
              </a:ext>
            </a:extLst>
          </p:cNvPr>
          <p:cNvSpPr>
            <a:spLocks noGrp="1"/>
          </p:cNvSpPr>
          <p:nvPr>
            <p:ph type="pic" sz="quarter" idx="16" hasCustomPrompt="1"/>
          </p:nvPr>
        </p:nvSpPr>
        <p:spPr>
          <a:xfrm>
            <a:off x="114300" y="114299"/>
            <a:ext cx="4635500" cy="5035503"/>
          </a:xfrm>
          <a:prstGeom prst="roundRect">
            <a:avLst>
              <a:gd name="adj" fmla="val 2694"/>
            </a:avLst>
          </a:prstGeom>
          <a:solidFill>
            <a:schemeClr val="bg1">
              <a:lumMod val="65000"/>
            </a:schemeClr>
          </a:solidFill>
          <a:ln>
            <a:noFill/>
          </a:ln>
        </p:spPr>
        <p:txBody>
          <a:bodyPr anchor="ctr"/>
          <a:lstStyle>
            <a:lvl1pPr marL="0" indent="0" algn="ctr">
              <a:buNone/>
              <a:defRPr sz="1000" b="1" i="0">
                <a:solidFill>
                  <a:schemeClr val="bg1"/>
                </a:solidFill>
                <a:latin typeface="+mj-lt"/>
                <a:cs typeface="+mn-cs"/>
              </a:defRPr>
            </a:lvl1pPr>
          </a:lstStyle>
          <a:p>
            <a:r>
              <a:rPr lang="en-US"/>
              <a:t>Click Icon </a:t>
            </a:r>
            <a:br>
              <a:rPr lang="en-US"/>
            </a:br>
            <a:r>
              <a:rPr lang="en-US"/>
              <a:t>to Insert Image</a:t>
            </a:r>
          </a:p>
        </p:txBody>
      </p:sp>
      <p:sp>
        <p:nvSpPr>
          <p:cNvPr id="7" name="Picture Placeholder 4">
            <a:extLst>
              <a:ext uri="{FF2B5EF4-FFF2-40B4-BE49-F238E27FC236}">
                <a16:creationId xmlns:a16="http://schemas.microsoft.com/office/drawing/2014/main" id="{08337109-74A5-08C3-C3AB-A45D685F72A3}"/>
              </a:ext>
            </a:extLst>
          </p:cNvPr>
          <p:cNvSpPr>
            <a:spLocks noGrp="1"/>
          </p:cNvSpPr>
          <p:nvPr>
            <p:ph type="pic" sz="quarter" idx="17" hasCustomPrompt="1"/>
          </p:nvPr>
        </p:nvSpPr>
        <p:spPr>
          <a:xfrm>
            <a:off x="4864100" y="114300"/>
            <a:ext cx="5456676" cy="5029199"/>
          </a:xfrm>
          <a:prstGeom prst="roundRect">
            <a:avLst>
              <a:gd name="adj" fmla="val 2399"/>
            </a:avLst>
          </a:prstGeom>
          <a:solidFill>
            <a:schemeClr val="bg1">
              <a:lumMod val="75000"/>
            </a:schemeClr>
          </a:solidFill>
          <a:ln>
            <a:noFill/>
          </a:ln>
        </p:spPr>
        <p:txBody>
          <a:bodyPr anchor="ctr"/>
          <a:lstStyle>
            <a:lvl1pPr marL="0" indent="0" algn="ctr">
              <a:buNone/>
              <a:defRPr sz="1000" b="1" i="0">
                <a:solidFill>
                  <a:schemeClr val="bg1"/>
                </a:solidFill>
                <a:latin typeface="+mj-lt"/>
                <a:cs typeface="+mn-cs"/>
              </a:defRPr>
            </a:lvl1pPr>
          </a:lstStyle>
          <a:p>
            <a:r>
              <a:rPr lang="en-US"/>
              <a:t>Click Icon </a:t>
            </a:r>
            <a:br>
              <a:rPr lang="en-US"/>
            </a:br>
            <a:r>
              <a:rPr lang="en-US"/>
              <a:t>to Insert Image </a:t>
            </a:r>
          </a:p>
        </p:txBody>
      </p:sp>
      <p:sp>
        <p:nvSpPr>
          <p:cNvPr id="8" name="Picture Placeholder 4">
            <a:extLst>
              <a:ext uri="{FF2B5EF4-FFF2-40B4-BE49-F238E27FC236}">
                <a16:creationId xmlns:a16="http://schemas.microsoft.com/office/drawing/2014/main" id="{D8D91C95-6D26-A7E2-A6ED-47A5D96838AA}"/>
              </a:ext>
            </a:extLst>
          </p:cNvPr>
          <p:cNvSpPr>
            <a:spLocks noGrp="1"/>
          </p:cNvSpPr>
          <p:nvPr>
            <p:ph type="pic" sz="quarter" idx="18" hasCustomPrompt="1"/>
          </p:nvPr>
        </p:nvSpPr>
        <p:spPr>
          <a:xfrm>
            <a:off x="10435076" y="114300"/>
            <a:ext cx="3072783" cy="5029199"/>
          </a:xfrm>
          <a:prstGeom prst="roundRect">
            <a:avLst>
              <a:gd name="adj" fmla="val 5301"/>
            </a:avLst>
          </a:prstGeom>
          <a:solidFill>
            <a:schemeClr val="bg2">
              <a:lumMod val="75000"/>
            </a:schemeClr>
          </a:solidFill>
          <a:ln>
            <a:noFill/>
          </a:ln>
        </p:spPr>
        <p:txBody>
          <a:bodyPr anchor="ctr"/>
          <a:lstStyle>
            <a:lvl1pPr marL="0" indent="0" algn="ctr">
              <a:buNone/>
              <a:defRPr sz="1000" b="1" i="0">
                <a:solidFill>
                  <a:schemeClr val="bg1"/>
                </a:solidFill>
                <a:latin typeface="+mj-lt"/>
                <a:cs typeface="+mn-cs"/>
              </a:defRPr>
            </a:lvl1pPr>
          </a:lstStyle>
          <a:p>
            <a:r>
              <a:rPr lang="en-US"/>
              <a:t>Click Icon </a:t>
            </a:r>
            <a:br>
              <a:rPr lang="en-US"/>
            </a:br>
            <a:r>
              <a:rPr lang="en-US"/>
              <a:t>to Insert Image</a:t>
            </a:r>
          </a:p>
        </p:txBody>
      </p:sp>
      <p:sp>
        <p:nvSpPr>
          <p:cNvPr id="9" name="Picture Placeholder 4">
            <a:extLst>
              <a:ext uri="{FF2B5EF4-FFF2-40B4-BE49-F238E27FC236}">
                <a16:creationId xmlns:a16="http://schemas.microsoft.com/office/drawing/2014/main" id="{FE1B1413-5FA5-0059-65FC-6C34325A9676}"/>
              </a:ext>
            </a:extLst>
          </p:cNvPr>
          <p:cNvSpPr>
            <a:spLocks noGrp="1"/>
          </p:cNvSpPr>
          <p:nvPr>
            <p:ph type="pic" sz="quarter" idx="19" hasCustomPrompt="1"/>
          </p:nvPr>
        </p:nvSpPr>
        <p:spPr>
          <a:xfrm>
            <a:off x="13622160" y="114300"/>
            <a:ext cx="4551539" cy="6757416"/>
          </a:xfrm>
          <a:prstGeom prst="roundRect">
            <a:avLst>
              <a:gd name="adj" fmla="val 3553"/>
            </a:avLst>
          </a:prstGeom>
          <a:solidFill>
            <a:schemeClr val="bg1">
              <a:lumMod val="50000"/>
            </a:schemeClr>
          </a:solidFill>
          <a:ln>
            <a:noFill/>
          </a:ln>
        </p:spPr>
        <p:txBody>
          <a:bodyPr anchor="ctr"/>
          <a:lstStyle>
            <a:lvl1pPr marL="0" indent="0" algn="ctr">
              <a:buNone/>
              <a:defRPr sz="1000" b="1" i="0">
                <a:solidFill>
                  <a:schemeClr val="bg1"/>
                </a:solidFill>
                <a:latin typeface="+mj-lt"/>
                <a:cs typeface="+mn-cs"/>
              </a:defRPr>
            </a:lvl1pPr>
          </a:lstStyle>
          <a:p>
            <a:r>
              <a:rPr lang="en-US"/>
              <a:t>Click Icon </a:t>
            </a:r>
            <a:br>
              <a:rPr lang="en-US"/>
            </a:br>
            <a:r>
              <a:rPr lang="en-US"/>
              <a:t>to Insert Image</a:t>
            </a:r>
          </a:p>
        </p:txBody>
      </p:sp>
      <p:sp>
        <p:nvSpPr>
          <p:cNvPr id="11" name="Picture Placeholder 4">
            <a:extLst>
              <a:ext uri="{FF2B5EF4-FFF2-40B4-BE49-F238E27FC236}">
                <a16:creationId xmlns:a16="http://schemas.microsoft.com/office/drawing/2014/main" id="{21FD2F36-3329-83F8-47CD-E6A77351B2CF}"/>
              </a:ext>
            </a:extLst>
          </p:cNvPr>
          <p:cNvSpPr>
            <a:spLocks noGrp="1"/>
          </p:cNvSpPr>
          <p:nvPr>
            <p:ph type="pic" sz="quarter" idx="20" hasCustomPrompt="1"/>
          </p:nvPr>
        </p:nvSpPr>
        <p:spPr>
          <a:xfrm>
            <a:off x="9130118" y="5262372"/>
            <a:ext cx="4377739" cy="4910328"/>
          </a:xfrm>
          <a:prstGeom prst="roundRect">
            <a:avLst>
              <a:gd name="adj" fmla="val 2887"/>
            </a:avLst>
          </a:prstGeom>
          <a:solidFill>
            <a:schemeClr val="bg1">
              <a:lumMod val="65000"/>
            </a:schemeClr>
          </a:solidFill>
          <a:ln>
            <a:noFill/>
          </a:ln>
        </p:spPr>
        <p:txBody>
          <a:bodyPr anchor="ctr"/>
          <a:lstStyle>
            <a:lvl1pPr marL="0" indent="0" algn="ctr">
              <a:buNone/>
              <a:defRPr sz="1000" b="1" i="0">
                <a:solidFill>
                  <a:schemeClr val="bg1"/>
                </a:solidFill>
                <a:latin typeface="+mj-lt"/>
                <a:cs typeface="+mn-cs"/>
              </a:defRPr>
            </a:lvl1pPr>
          </a:lstStyle>
          <a:p>
            <a:r>
              <a:rPr lang="en-US"/>
              <a:t>Click Icon </a:t>
            </a:r>
            <a:br>
              <a:rPr lang="en-US"/>
            </a:br>
            <a:r>
              <a:rPr lang="en-US"/>
              <a:t>to Insert Image</a:t>
            </a:r>
          </a:p>
        </p:txBody>
      </p:sp>
      <p:sp>
        <p:nvSpPr>
          <p:cNvPr id="13" name="Rectangle 12">
            <a:extLst>
              <a:ext uri="{FF2B5EF4-FFF2-40B4-BE49-F238E27FC236}">
                <a16:creationId xmlns:a16="http://schemas.microsoft.com/office/drawing/2014/main" id="{EB82C397-3CAB-47CB-4CE8-F447140A5E89}"/>
              </a:ext>
            </a:extLst>
          </p:cNvPr>
          <p:cNvSpPr/>
          <p:nvPr userDrawn="1"/>
        </p:nvSpPr>
        <p:spPr>
          <a:xfrm>
            <a:off x="0" y="0"/>
            <a:ext cx="18288000" cy="2794000"/>
          </a:xfrm>
          <a:prstGeom prst="rect">
            <a:avLst/>
          </a:prstGeom>
          <a:gradFill flip="none" rotWithShape="1">
            <a:gsLst>
              <a:gs pos="0">
                <a:schemeClr val="tx1">
                  <a:alpha val="50000"/>
                </a:schemeClr>
              </a:gs>
              <a:gs pos="100000">
                <a:schemeClr val="tx1">
                  <a:alpha val="0"/>
                </a:schemeClr>
              </a:gs>
            </a:gsLst>
            <a:lin ang="5400000" scaled="0"/>
            <a:tileRect/>
          </a:gradFill>
          <a:ln w="63300" cap="flat">
            <a:noFill/>
            <a:prstDash val="solid"/>
            <a:miter/>
          </a:ln>
        </p:spPr>
        <p:txBody>
          <a:bodyPr rtlCol="0" anchor="ctr"/>
          <a:lstStyle/>
          <a:p>
            <a:pPr algn="l"/>
            <a:endParaRPr lang="en-US" sz="2813" b="0">
              <a:latin typeface="+mn-lt"/>
            </a:endParaRPr>
          </a:p>
        </p:txBody>
      </p:sp>
      <p:sp>
        <p:nvSpPr>
          <p:cNvPr id="14" name="Text Placeholder 8">
            <a:extLst>
              <a:ext uri="{FF2B5EF4-FFF2-40B4-BE49-F238E27FC236}">
                <a16:creationId xmlns:a16="http://schemas.microsoft.com/office/drawing/2014/main" id="{AD6E5AE1-B885-B02B-BC22-4A81DBA418E8}"/>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b="0" cap="all" spc="200" baseline="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2" name="Slide Number">
            <a:extLst>
              <a:ext uri="{FF2B5EF4-FFF2-40B4-BE49-F238E27FC236}">
                <a16:creationId xmlns:a16="http://schemas.microsoft.com/office/drawing/2014/main" id="{DE4FE510-6499-8646-FFC6-5903E9A3B8A3}"/>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1"/>
                </a:solidFill>
                <a:latin typeface="+mn-lt"/>
              </a:rPr>
              <a:pPr algn="r"/>
              <a:t>‹#›</a:t>
            </a:fld>
            <a:endParaRPr lang="en-US" sz="1200">
              <a:solidFill>
                <a:schemeClr val="bg1"/>
              </a:solidFill>
              <a:latin typeface="+mn-lt"/>
            </a:endParaRPr>
          </a:p>
        </p:txBody>
      </p:sp>
      <p:sp>
        <p:nvSpPr>
          <p:cNvPr id="4" name="Slide Number">
            <a:extLst>
              <a:ext uri="{FF2B5EF4-FFF2-40B4-BE49-F238E27FC236}">
                <a16:creationId xmlns:a16="http://schemas.microsoft.com/office/drawing/2014/main" id="{FF925451-60D8-1F84-E1C4-C0660D38519D}"/>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1"/>
                </a:solidFill>
              </a:rPr>
              <a:t>PRIVATE AND CONFIDENTIAL</a:t>
            </a:r>
          </a:p>
        </p:txBody>
      </p:sp>
      <p:sp>
        <p:nvSpPr>
          <p:cNvPr id="15" name="Text Placeholder 6">
            <a:extLst>
              <a:ext uri="{FF2B5EF4-FFF2-40B4-BE49-F238E27FC236}">
                <a16:creationId xmlns:a16="http://schemas.microsoft.com/office/drawing/2014/main" id="{50FFF87D-8C98-8589-4590-9F352C77A512}"/>
              </a:ext>
            </a:extLst>
          </p:cNvPr>
          <p:cNvSpPr>
            <a:spLocks noGrp="1"/>
          </p:cNvSpPr>
          <p:nvPr>
            <p:ph type="body" sz="quarter" idx="22" hasCustomPrompt="1"/>
          </p:nvPr>
        </p:nvSpPr>
        <p:spPr>
          <a:xfrm>
            <a:off x="685800" y="984379"/>
            <a:ext cx="8115300" cy="443198"/>
          </a:xfrm>
        </p:spPr>
        <p:txBody>
          <a:bodyPr wrap="square" lIns="0" tIns="0" rIns="0" bIns="0">
            <a:spAutoFit/>
          </a:bodyPr>
          <a:lstStyle>
            <a:lvl1pPr marL="0" indent="0">
              <a:spcBef>
                <a:spcPts val="0"/>
              </a:spcBef>
              <a:buNone/>
              <a:defRPr sz="3200" spc="-150">
                <a:solidFill>
                  <a:schemeClr val="bg1"/>
                </a:solidFill>
                <a:latin typeface="+mj-lt"/>
              </a:defRPr>
            </a:lvl1pPr>
          </a:lstStyle>
          <a:p>
            <a:pPr lvl="0"/>
            <a:r>
              <a:rPr lang="en-US"/>
              <a:t>Lorem ipsum dolor sit </a:t>
            </a:r>
            <a:r>
              <a:rPr lang="en-US" err="1"/>
              <a:t>amet</a:t>
            </a:r>
            <a:r>
              <a:rPr lang="en-US"/>
              <a:t>.</a:t>
            </a:r>
          </a:p>
        </p:txBody>
      </p:sp>
      <p:pic>
        <p:nvPicPr>
          <p:cNvPr id="3" name="Graphic 2">
            <a:extLst>
              <a:ext uri="{FF2B5EF4-FFF2-40B4-BE49-F238E27FC236}">
                <a16:creationId xmlns:a16="http://schemas.microsoft.com/office/drawing/2014/main" id="{EA141950-CA4C-261F-0E08-DB5E979456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82779" y="9609818"/>
            <a:ext cx="988971" cy="310896"/>
          </a:xfrm>
          <a:prstGeom prst="rect">
            <a:avLst/>
          </a:prstGeom>
        </p:spPr>
      </p:pic>
    </p:spTree>
    <p:extLst>
      <p:ext uri="{BB962C8B-B14F-4D97-AF65-F5344CB8AC3E}">
        <p14:creationId xmlns:p14="http://schemas.microsoft.com/office/powerpoint/2010/main" val="694088618"/>
      </p:ext>
    </p:extLst>
  </p:cSld>
  <p:clrMapOvr>
    <a:overrideClrMapping bg1="lt1" tx1="dk1" bg2="lt2" tx2="dk2" accent1="accent1" accent2="accent2" accent3="accent3" accent4="accent4" accent5="accent5" accent6="accent6" hlink="hlink" folHlink="folHlink"/>
  </p:clrMapOvr>
  <p:transition spd="med"/>
  <p:extLst>
    <p:ext uri="{DCECCB84-F9BA-43D5-87BE-67443E8EF086}">
      <p15:sldGuideLst xmlns:p15="http://schemas.microsoft.com/office/powerpoint/2012/main">
        <p15:guide id="1">
          <p15:clr>
            <a:srgbClr val="FBAE40"/>
          </p15:clr>
        </p15:guide>
        <p15:guide id="2" pos="11520">
          <p15:clr>
            <a:srgbClr val="FBAE40"/>
          </p15:clr>
        </p15:guide>
        <p15:guide id="3" pos="72">
          <p15:clr>
            <a:srgbClr val="FBAE40"/>
          </p15:clr>
        </p15:guide>
        <p15:guide id="4" pos="11448">
          <p15:clr>
            <a:srgbClr val="FBAE40"/>
          </p15:clr>
        </p15:guide>
        <p15:guide id="5" orient="horz">
          <p15:clr>
            <a:srgbClr val="FBAE40"/>
          </p15:clr>
        </p15:guide>
        <p15:guide id="6" orient="horz" pos="6480">
          <p15:clr>
            <a:srgbClr val="FBAE40"/>
          </p15:clr>
        </p15:guide>
        <p15:guide id="7" orient="horz" pos="72">
          <p15:clr>
            <a:srgbClr val="FBAE40"/>
          </p15:clr>
        </p15:guide>
        <p15:guide id="8" orient="horz" pos="640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hank You_Purp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AA410BE-4AFA-2991-4F49-00D84AFE36FD}"/>
              </a:ext>
            </a:extLst>
          </p:cNvPr>
          <p:cNvSpPr txBox="1">
            <a:spLocks/>
          </p:cNvSpPr>
          <p:nvPr userDrawn="1"/>
        </p:nvSpPr>
        <p:spPr>
          <a:xfrm>
            <a:off x="685800" y="4265470"/>
            <a:ext cx="10107118" cy="1163395"/>
          </a:xfrm>
          <a:prstGeom prst="rect">
            <a:avLst/>
          </a:prstGeom>
        </p:spPr>
        <p:txBody>
          <a:bodyPr wrap="square" lIns="0" tIns="0" rIns="0" bIns="0" anchor="ctr">
            <a:spAutoFit/>
          </a:bodyPr>
          <a:lstStyle>
            <a:lvl1pPr algn="l" defTabSz="1371600" rtl="0" eaLnBrk="1" latinLnBrk="0" hangingPunct="1">
              <a:lnSpc>
                <a:spcPct val="90000"/>
              </a:lnSpc>
              <a:spcBef>
                <a:spcPct val="0"/>
              </a:spcBef>
              <a:buNone/>
              <a:defRPr sz="6600" kern="1200">
                <a:solidFill>
                  <a:schemeClr val="tx1"/>
                </a:solidFill>
                <a:latin typeface="Xfinity Brown" panose="02010504010101010104" pitchFamily="2" charset="77"/>
                <a:ea typeface="+mj-ea"/>
                <a:cs typeface="Xfinity Brown" panose="02010504010101010104" pitchFamily="2" charset="77"/>
              </a:defRPr>
            </a:lvl1pPr>
          </a:lstStyle>
          <a:p>
            <a:r>
              <a:rPr lang="en-US" sz="8400" b="0" spc="-300">
                <a:solidFill>
                  <a:schemeClr val="bg1"/>
                </a:solidFill>
                <a:latin typeface="+mj-lt"/>
              </a:rPr>
              <a:t>Thank you</a:t>
            </a:r>
          </a:p>
        </p:txBody>
      </p:sp>
      <p:sp>
        <p:nvSpPr>
          <p:cNvPr id="6" name="Slide Number">
            <a:extLst>
              <a:ext uri="{FF2B5EF4-FFF2-40B4-BE49-F238E27FC236}">
                <a16:creationId xmlns:a16="http://schemas.microsoft.com/office/drawing/2014/main" id="{8199A3CE-4AC7-0A9D-DB9E-31EE9C552897}"/>
              </a:ext>
            </a:extLst>
          </p:cNvPr>
          <p:cNvSpPr txBox="1">
            <a:spLocks/>
          </p:cNvSpPr>
          <p:nvPr userDrawn="1"/>
        </p:nvSpPr>
        <p:spPr>
          <a:xfrm>
            <a:off x="2114550" y="9407466"/>
            <a:ext cx="4355853" cy="123209"/>
          </a:xfrm>
          <a:prstGeom prst="rect">
            <a:avLst/>
          </a:prstGeom>
          <a:ln>
            <a:noFill/>
          </a:ln>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3" name="Graphic 2">
            <a:extLst>
              <a:ext uri="{FF2B5EF4-FFF2-40B4-BE49-F238E27FC236}">
                <a16:creationId xmlns:a16="http://schemas.microsoft.com/office/drawing/2014/main" id="{D7F07F35-8AB8-E632-7A61-2CF8F01A37C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85800" y="9252857"/>
            <a:ext cx="1200150" cy="377283"/>
          </a:xfrm>
          <a:prstGeom prst="rect">
            <a:avLst/>
          </a:prstGeom>
        </p:spPr>
      </p:pic>
    </p:spTree>
    <p:extLst>
      <p:ext uri="{BB962C8B-B14F-4D97-AF65-F5344CB8AC3E}">
        <p14:creationId xmlns:p14="http://schemas.microsoft.com/office/powerpoint/2010/main" val="468339042"/>
      </p:ext>
    </p:extLst>
  </p:cSld>
  <p:clrMapOvr>
    <a:overrideClrMapping bg1="lt1" tx1="dk1" bg2="lt2" tx2="dk2" accent1="accent1" accent2="accent2" accent3="accent3" accent4="accent4" accent5="accent5" accent6="accent6" hlink="hlink" folHlink="folHlink"/>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ank You_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6C0E4919-4B7E-C416-FB2E-4C3423D6EA41}"/>
              </a:ext>
            </a:extLst>
          </p:cNvPr>
          <p:cNvSpPr txBox="1">
            <a:spLocks/>
          </p:cNvSpPr>
          <p:nvPr userDrawn="1"/>
        </p:nvSpPr>
        <p:spPr>
          <a:xfrm>
            <a:off x="685800" y="4265470"/>
            <a:ext cx="10107118" cy="1163395"/>
          </a:xfrm>
          <a:prstGeom prst="rect">
            <a:avLst/>
          </a:prstGeom>
        </p:spPr>
        <p:txBody>
          <a:bodyPr wrap="square" lIns="0" tIns="0" rIns="0" bIns="0" anchor="ctr">
            <a:spAutoFit/>
          </a:bodyPr>
          <a:lstStyle>
            <a:lvl1pPr algn="l" defTabSz="1371600" rtl="0" eaLnBrk="1" latinLnBrk="0" hangingPunct="1">
              <a:lnSpc>
                <a:spcPct val="90000"/>
              </a:lnSpc>
              <a:spcBef>
                <a:spcPct val="0"/>
              </a:spcBef>
              <a:buNone/>
              <a:defRPr sz="6600" kern="1200">
                <a:solidFill>
                  <a:schemeClr val="tx1"/>
                </a:solidFill>
                <a:latin typeface="Xfinity Brown" panose="02010504010101010104" pitchFamily="2" charset="77"/>
                <a:ea typeface="+mj-ea"/>
                <a:cs typeface="Xfinity Brown" panose="02010504010101010104" pitchFamily="2" charset="77"/>
              </a:defRPr>
            </a:lvl1pPr>
          </a:lstStyle>
          <a:p>
            <a:r>
              <a:rPr lang="en-US" sz="8400" b="0" spc="-300">
                <a:solidFill>
                  <a:schemeClr val="tx1"/>
                </a:solidFill>
                <a:latin typeface="+mj-lt"/>
              </a:rPr>
              <a:t>Thank you</a:t>
            </a:r>
          </a:p>
        </p:txBody>
      </p:sp>
      <p:sp>
        <p:nvSpPr>
          <p:cNvPr id="3" name="Slide Number">
            <a:extLst>
              <a:ext uri="{FF2B5EF4-FFF2-40B4-BE49-F238E27FC236}">
                <a16:creationId xmlns:a16="http://schemas.microsoft.com/office/drawing/2014/main" id="{E7C6248C-487C-F392-10A5-4733033653D7}"/>
              </a:ext>
            </a:extLst>
          </p:cNvPr>
          <p:cNvSpPr txBox="1">
            <a:spLocks/>
          </p:cNvSpPr>
          <p:nvPr userDrawn="1"/>
        </p:nvSpPr>
        <p:spPr>
          <a:xfrm>
            <a:off x="2114550" y="9407466"/>
            <a:ext cx="4355853" cy="123209"/>
          </a:xfrm>
          <a:prstGeom prst="rect">
            <a:avLst/>
          </a:prstGeom>
          <a:ln>
            <a:noFill/>
          </a:ln>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2" name="Graphic 1">
            <a:extLst>
              <a:ext uri="{FF2B5EF4-FFF2-40B4-BE49-F238E27FC236}">
                <a16:creationId xmlns:a16="http://schemas.microsoft.com/office/drawing/2014/main" id="{FB107F6A-548E-6C52-5A66-480AA18F132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85800" y="9252857"/>
            <a:ext cx="1200150" cy="377283"/>
          </a:xfrm>
          <a:prstGeom prst="rect">
            <a:avLst/>
          </a:prstGeom>
        </p:spPr>
      </p:pic>
    </p:spTree>
    <p:extLst>
      <p:ext uri="{BB962C8B-B14F-4D97-AF65-F5344CB8AC3E}">
        <p14:creationId xmlns:p14="http://schemas.microsoft.com/office/powerpoint/2010/main" val="2923735482"/>
      </p:ext>
    </p:extLst>
  </p:cSld>
  <p:clrMapOvr>
    <a:overrideClrMapping bg1="lt1" tx1="dk1" bg2="lt2" tx2="dk2" accent1="accent1" accent2="accent2" accent3="accent3" accent4="accent4" accent5="accent5" accent6="accent6" hlink="hlink" folHlink="folHlink"/>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ver Slide_Chevr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87F2D0C-5D3E-5468-DA71-8206F239AB6E}"/>
              </a:ext>
            </a:extLst>
          </p:cNvPr>
          <p:cNvSpPr>
            <a:spLocks noGrp="1"/>
          </p:cNvSpPr>
          <p:nvPr>
            <p:ph type="body" sz="quarter" idx="11" hasCustomPrompt="1"/>
          </p:nvPr>
        </p:nvSpPr>
        <p:spPr>
          <a:xfrm>
            <a:off x="685799" y="3636268"/>
            <a:ext cx="8343899" cy="2326791"/>
          </a:xfrm>
        </p:spPr>
        <p:txBody>
          <a:bodyPr wrap="square" lIns="0" tIns="0" rIns="0" bIns="0" anchor="ctr">
            <a:spAutoFit/>
          </a:bodyPr>
          <a:lstStyle>
            <a:lvl1pPr marL="0" indent="0">
              <a:spcBef>
                <a:spcPts val="0"/>
              </a:spcBef>
              <a:buNone/>
              <a:defRPr sz="8400" b="0" spc="-3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a:t>
            </a:r>
            <a:br>
              <a:rPr lang="en-US"/>
            </a:br>
            <a:r>
              <a:rPr lang="en-US"/>
              <a:t>title here</a:t>
            </a:r>
          </a:p>
        </p:txBody>
      </p:sp>
      <p:sp>
        <p:nvSpPr>
          <p:cNvPr id="9" name="Text Placeholder 8">
            <a:extLst>
              <a:ext uri="{FF2B5EF4-FFF2-40B4-BE49-F238E27FC236}">
                <a16:creationId xmlns:a16="http://schemas.microsoft.com/office/drawing/2014/main" id="{5573520D-AC61-F993-C867-C30B81560BA3}"/>
              </a:ext>
            </a:extLst>
          </p:cNvPr>
          <p:cNvSpPr>
            <a:spLocks noGrp="1"/>
          </p:cNvSpPr>
          <p:nvPr>
            <p:ph type="body" sz="quarter" idx="12" hasCustomPrompt="1"/>
          </p:nvPr>
        </p:nvSpPr>
        <p:spPr>
          <a:xfrm>
            <a:off x="685800" y="6120581"/>
            <a:ext cx="8343900" cy="443198"/>
          </a:xfrm>
        </p:spPr>
        <p:txBody>
          <a:bodyPr wrap="square" lIns="0" tIns="0" rIns="0" bIns="0">
            <a:spAutoFit/>
          </a:bodyPr>
          <a:lstStyle>
            <a:lvl1pPr marL="0" indent="0">
              <a:buNone/>
              <a:defRPr sz="320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Subtitle goes here</a:t>
            </a:r>
          </a:p>
        </p:txBody>
      </p:sp>
      <p:sp>
        <p:nvSpPr>
          <p:cNvPr id="13" name="Text Placeholder 8">
            <a:extLst>
              <a:ext uri="{FF2B5EF4-FFF2-40B4-BE49-F238E27FC236}">
                <a16:creationId xmlns:a16="http://schemas.microsoft.com/office/drawing/2014/main" id="{CF65F058-D5A3-5F67-C302-C5A753355534}"/>
              </a:ext>
            </a:extLst>
          </p:cNvPr>
          <p:cNvSpPr>
            <a:spLocks noGrp="1"/>
          </p:cNvSpPr>
          <p:nvPr>
            <p:ph type="body" sz="quarter" idx="13" hasCustomPrompt="1"/>
          </p:nvPr>
        </p:nvSpPr>
        <p:spPr>
          <a:xfrm>
            <a:off x="685800" y="685800"/>
            <a:ext cx="2628900" cy="221599"/>
          </a:xfrm>
        </p:spPr>
        <p:txBody>
          <a:bodyPr wrap="square" lIns="0" tIns="0" rIns="0" bIns="0">
            <a:spAutoFit/>
          </a:bodyPr>
          <a:lstStyle>
            <a:lvl1pPr marL="0" indent="0">
              <a:buNone/>
              <a:defRPr sz="160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XX.XX.XX</a:t>
            </a:r>
          </a:p>
        </p:txBody>
      </p:sp>
      <p:pic>
        <p:nvPicPr>
          <p:cNvPr id="4" name="Graphic 3">
            <a:extLst>
              <a:ext uri="{FF2B5EF4-FFF2-40B4-BE49-F238E27FC236}">
                <a16:creationId xmlns:a16="http://schemas.microsoft.com/office/drawing/2014/main" id="{0F39343D-C976-DFE6-41E7-EC87F7566A06}"/>
              </a:ext>
            </a:extLst>
          </p:cNvPr>
          <p:cNvPicPr>
            <a:picLocks noChangeAspect="1"/>
          </p:cNvPicPr>
          <p:nvPr userDrawn="1"/>
        </p:nvPicPr>
        <p:blipFill>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85800" y="9292648"/>
            <a:ext cx="1200150" cy="406164"/>
          </a:xfrm>
          <a:prstGeom prst="rect">
            <a:avLst/>
          </a:prstGeom>
        </p:spPr>
      </p:pic>
      <p:sp>
        <p:nvSpPr>
          <p:cNvPr id="2" name="Slide Number">
            <a:extLst>
              <a:ext uri="{FF2B5EF4-FFF2-40B4-BE49-F238E27FC236}">
                <a16:creationId xmlns:a16="http://schemas.microsoft.com/office/drawing/2014/main" id="{920731C9-A5AA-194C-A595-DB39546603D9}"/>
              </a:ext>
            </a:extLst>
          </p:cNvPr>
          <p:cNvSpPr txBox="1">
            <a:spLocks/>
          </p:cNvSpPr>
          <p:nvPr userDrawn="1"/>
        </p:nvSpPr>
        <p:spPr>
          <a:xfrm>
            <a:off x="2115732" y="9439892"/>
            <a:ext cx="4355853" cy="123209"/>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tx2"/>
                </a:solidFill>
              </a:rPr>
              <a:t>PRIVATE AND CONFIDENTIAL</a:t>
            </a:r>
          </a:p>
        </p:txBody>
      </p:sp>
    </p:spTree>
    <p:extLst>
      <p:ext uri="{BB962C8B-B14F-4D97-AF65-F5344CB8AC3E}">
        <p14:creationId xmlns:p14="http://schemas.microsoft.com/office/powerpoint/2010/main" val="967764182"/>
      </p:ext>
    </p:extLst>
  </p:cSld>
  <p:clrMapOvr>
    <a:overrideClrMapping bg1="lt1" tx1="dk1" bg2="lt2" tx2="dk2" accent1="accent1" accent2="accent2" accent3="accent3" accent4="accent4" accent5="accent5" accent6="accent6" hlink="hlink" folHlink="folHlink"/>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_Image Right">
    <p:bg>
      <p:bgPr>
        <a:solidFill>
          <a:schemeClr val="bg1"/>
        </a:solidFill>
        <a:effectLst/>
      </p:bgPr>
    </p:bg>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056F0E7F-9EF5-7899-C1CB-D727F1927CE4}"/>
              </a:ext>
            </a:extLst>
          </p:cNvPr>
          <p:cNvSpPr>
            <a:spLocks noGrp="1"/>
          </p:cNvSpPr>
          <p:nvPr>
            <p:ph type="pic" sz="quarter" idx="27" hasCustomPrompt="1"/>
          </p:nvPr>
        </p:nvSpPr>
        <p:spPr>
          <a:xfrm>
            <a:off x="9258300" y="0"/>
            <a:ext cx="9029700" cy="10287000"/>
          </a:xfrm>
          <a:gradFill>
            <a:gsLst>
              <a:gs pos="100000">
                <a:schemeClr val="accent3"/>
              </a:gs>
              <a:gs pos="0">
                <a:schemeClr val="accent2"/>
              </a:gs>
            </a:gsLst>
            <a:lin ang="19200000" scaled="0"/>
          </a:gradFill>
        </p:spPr>
        <p:txBody>
          <a:bodyPr anchor="ctr">
            <a:normAutofit/>
          </a:bodyPr>
          <a:lstStyle>
            <a:lvl1pPr marL="0" indent="0" algn="ctr">
              <a:buNone/>
              <a:defRPr sz="1600">
                <a:solidFill>
                  <a:schemeClr val="bg1"/>
                </a:solidFill>
              </a:defRPr>
            </a:lvl1pPr>
          </a:lstStyle>
          <a:p>
            <a:r>
              <a:rPr lang="en-US"/>
              <a:t>Click here to add image</a:t>
            </a:r>
          </a:p>
        </p:txBody>
      </p:sp>
      <p:sp>
        <p:nvSpPr>
          <p:cNvPr id="6" name="Text Placeholder 5">
            <a:extLst>
              <a:ext uri="{FF2B5EF4-FFF2-40B4-BE49-F238E27FC236}">
                <a16:creationId xmlns:a16="http://schemas.microsoft.com/office/drawing/2014/main" id="{098AFFFC-1D82-173B-A7F9-2CA8DE7DC3F9}"/>
              </a:ext>
            </a:extLst>
          </p:cNvPr>
          <p:cNvSpPr>
            <a:spLocks noGrp="1"/>
          </p:cNvSpPr>
          <p:nvPr>
            <p:ph type="body" sz="quarter" idx="26" hasCustomPrompt="1"/>
          </p:nvPr>
        </p:nvSpPr>
        <p:spPr>
          <a:xfrm>
            <a:off x="683288" y="2454442"/>
            <a:ext cx="6917662" cy="3452035"/>
          </a:xfrm>
          <a:prstGeom prst="rect">
            <a:avLst/>
          </a:prstGeom>
        </p:spPr>
        <p:txBody>
          <a:bodyPr lIns="0" tIns="0" rIns="0" bIns="0">
            <a:spAutoFit/>
          </a:bodyPr>
          <a:lstStyle>
            <a:lvl1pPr algn="l">
              <a:lnSpc>
                <a:spcPct val="120000"/>
              </a:lnSpc>
              <a:spcBef>
                <a:spcPts val="600"/>
              </a:spcBef>
              <a:defRPr sz="1800" b="0" i="0">
                <a:latin typeface="Xfinity Brown Light" panose="02010404010101010103" pitchFamily="2" charset="77"/>
                <a:cs typeface="Xfinity Brown Light" panose="02010404010101010103" pitchFamily="2" charset="77"/>
              </a:defRPr>
            </a:lvl1pPr>
            <a:lvl2pPr marL="285750" indent="-285750" algn="l">
              <a:spcBef>
                <a:spcPts val="6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2pPr>
            <a:lvl3pPr marL="560070" indent="-285750" algn="l">
              <a:lnSpc>
                <a:spcPct val="120000"/>
              </a:lnSpc>
              <a:spcBef>
                <a:spcPts val="600"/>
              </a:spcBef>
              <a:buFont typeface="Xfinity Brown" panose="02010504010101010104" pitchFamily="50" charset="0"/>
              <a:buChar char="–"/>
              <a:defRPr sz="1800" b="0" i="0">
                <a:latin typeface="Xfinity Brown Light" panose="02010404010101010103" pitchFamily="2" charset="77"/>
                <a:cs typeface="Xfinity Brown Light" panose="02010404010101010103" pitchFamily="2" charset="77"/>
              </a:defRPr>
            </a:lvl3pPr>
            <a:lvl4pPr marL="834390" indent="-285750" algn="l">
              <a:lnSpc>
                <a:spcPct val="120000"/>
              </a:lnSpc>
              <a:spcBef>
                <a:spcPts val="600"/>
              </a:spcBef>
              <a:buFont typeface="Xfinity Brown" panose="02010504010101010104" pitchFamily="50" charset="0"/>
              <a:buChar char="o"/>
              <a:defRPr sz="1800" b="0" i="0">
                <a:latin typeface="Xfinity Brown Light" panose="02010404010101010103" pitchFamily="2" charset="77"/>
                <a:cs typeface="Xfinity Brown Light" panose="02010404010101010103" pitchFamily="2" charset="77"/>
              </a:defRPr>
            </a:lvl4pPr>
            <a:lvl5pPr marL="1108710" indent="-285750" algn="l">
              <a:lnSpc>
                <a:spcPct val="120000"/>
              </a:lnSpc>
              <a:spcBef>
                <a:spcPts val="600"/>
              </a:spcBef>
              <a:buFont typeface="Xfinity Brown" panose="02010504010101010104" pitchFamily="50" charset="0"/>
              <a:buChar char="–"/>
              <a:defRPr lang="en-US" sz="1800" b="0" i="0" u="none" strike="noStrike" cap="none" spc="0" baseline="0" dirty="0">
                <a:solidFill>
                  <a:srgbClr val="000000"/>
                </a:solidFill>
                <a:uFillTx/>
                <a:latin typeface="Xfinity Brown Light" panose="02010404010101010103" pitchFamily="2" charset="77"/>
                <a:ea typeface="Xfinity Brown" panose="02010504010101010104" pitchFamily="50" charset="0"/>
                <a:cs typeface="Xfinity Brown Light" panose="02010404010101010103" pitchFamily="2" charset="77"/>
                <a:sym typeface="Xfinity Brown" panose="02010504010101010104" pitchFamily="50" charset="0"/>
              </a:defRPr>
            </a:lvl5pPr>
          </a:lstStyle>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This is body copy set in Xfinity Brown Light at 1.2 line spacing. It should be 18 pts normally but no smaller than 14 pts. </a:t>
            </a:r>
          </a:p>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Lorem ipsum dolor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consectetur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adipiscing</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elit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do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eiusmod</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incididunt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labore et dolore magna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Eu mi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bibendumneque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egestas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Odio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orci</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dapibus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ultrices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in. Purus non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enim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present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elementum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facilisis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leo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vel. Ipsum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faucibus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vitae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nec</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ullamcorper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risus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nullam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Donec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pretium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vulputate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sapien</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nec</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sagittis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br>
              <a:rPr kumimoji="0" lang="en-US" sz="1800" u="none" strike="noStrike" kern="0" cap="none" spc="0" normalizeH="0" baseline="0" noProof="0">
                <a:ln>
                  <a:noFill/>
                </a:ln>
                <a:solidFill>
                  <a:srgbClr val="000000"/>
                </a:solidFill>
                <a:effectLst/>
                <a:uLnTx/>
                <a:uFillTx/>
                <a:sym typeface="Xfinity Brown" panose="02010504010101010104" pitchFamily="50" charset="0"/>
              </a:rPr>
            </a:b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Iaculis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nunc</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augue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lacus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viverra</a:t>
            </a:r>
            <a:r>
              <a:rPr lang="en-US" sz="1800" kern="0"/>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p:txBody>
      </p:sp>
      <p:sp>
        <p:nvSpPr>
          <p:cNvPr id="7" name="Text Placeholder 8">
            <a:extLst>
              <a:ext uri="{FF2B5EF4-FFF2-40B4-BE49-F238E27FC236}">
                <a16:creationId xmlns:a16="http://schemas.microsoft.com/office/drawing/2014/main" id="{A520D550-3A44-AF03-D08E-28D500404277}"/>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cap="all" spc="200" baseline="0">
                <a:solidFill>
                  <a:schemeClr val="tx1"/>
                </a:solidFill>
                <a:latin typeface="+mj-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4" name="Text Placeholder 6">
            <a:extLst>
              <a:ext uri="{FF2B5EF4-FFF2-40B4-BE49-F238E27FC236}">
                <a16:creationId xmlns:a16="http://schemas.microsoft.com/office/drawing/2014/main" id="{7947CE57-78FA-EC77-38D7-A40B8CC827F3}"/>
              </a:ext>
            </a:extLst>
          </p:cNvPr>
          <p:cNvSpPr>
            <a:spLocks noGrp="1"/>
          </p:cNvSpPr>
          <p:nvPr>
            <p:ph type="body" sz="quarter" idx="14" hasCustomPrompt="1"/>
          </p:nvPr>
        </p:nvSpPr>
        <p:spPr>
          <a:xfrm>
            <a:off x="685800" y="984379"/>
            <a:ext cx="8343900" cy="886397"/>
          </a:xfrm>
        </p:spPr>
        <p:txBody>
          <a:bodyPr wrap="square" lIns="0" tIns="0" rIns="0" bIns="0">
            <a:spAutoFit/>
          </a:bodyPr>
          <a:lstStyle>
            <a:lvl1pPr marL="0" indent="0">
              <a:spcBef>
                <a:spcPts val="0"/>
              </a:spcBef>
              <a:buNone/>
              <a:defRPr sz="3200" spc="-150"/>
            </a:lvl1pPr>
          </a:lstStyle>
          <a:p>
            <a:pPr lvl="0"/>
            <a:r>
              <a:rPr lang="en-US"/>
              <a:t>This is a slide title. Tracking set to ‘tight’. </a:t>
            </a:r>
            <a:br>
              <a:rPr lang="en-US"/>
            </a:br>
            <a:r>
              <a:rPr lang="en-US"/>
              <a:t>It shouldn’t exceed two lines.</a:t>
            </a:r>
          </a:p>
        </p:txBody>
      </p:sp>
      <p:sp>
        <p:nvSpPr>
          <p:cNvPr id="2" name="Slide Number">
            <a:extLst>
              <a:ext uri="{FF2B5EF4-FFF2-40B4-BE49-F238E27FC236}">
                <a16:creationId xmlns:a16="http://schemas.microsoft.com/office/drawing/2014/main" id="{01102948-B433-47B1-84EA-27745146B1E9}"/>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tx2"/>
                </a:solidFill>
                <a:latin typeface="+mn-lt"/>
              </a:rPr>
              <a:pPr algn="r"/>
              <a:t>‹#›</a:t>
            </a:fld>
            <a:endParaRPr lang="en-US" sz="1200">
              <a:solidFill>
                <a:schemeClr val="tx2"/>
              </a:solidFill>
              <a:latin typeface="+mn-lt"/>
            </a:endParaRPr>
          </a:p>
        </p:txBody>
      </p:sp>
      <p:sp>
        <p:nvSpPr>
          <p:cNvPr id="5" name="Slide Number">
            <a:extLst>
              <a:ext uri="{FF2B5EF4-FFF2-40B4-BE49-F238E27FC236}">
                <a16:creationId xmlns:a16="http://schemas.microsoft.com/office/drawing/2014/main" id="{E8848454-8815-3424-F731-A86ADE405627}"/>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9" name="Graphic 8">
            <a:extLst>
              <a:ext uri="{FF2B5EF4-FFF2-40B4-BE49-F238E27FC236}">
                <a16:creationId xmlns:a16="http://schemas.microsoft.com/office/drawing/2014/main" id="{8382D09C-2C00-6B37-32CA-81CC4F3C9C34}"/>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266584" y="9603896"/>
            <a:ext cx="896112" cy="303270"/>
          </a:xfrm>
          <a:prstGeom prst="rect">
            <a:avLst/>
          </a:prstGeom>
        </p:spPr>
      </p:pic>
    </p:spTree>
    <p:extLst>
      <p:ext uri="{BB962C8B-B14F-4D97-AF65-F5344CB8AC3E}">
        <p14:creationId xmlns:p14="http://schemas.microsoft.com/office/powerpoint/2010/main" val="3516308042"/>
      </p:ext>
    </p:extLst>
  </p:cSld>
  <p:clrMapOvr>
    <a:overrideClrMapping bg1="lt1" tx1="dk1" bg2="lt2" tx2="dk2" accent1="accent1" accent2="accent2" accent3="accent3" accent4="accent4" accent5="accent5" accent6="accent6" hlink="hlink" folHlink="folHlink"/>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_Image Left">
    <p:bg>
      <p:bgPr>
        <a:solidFill>
          <a:schemeClr val="bg1"/>
        </a:solidFill>
        <a:effectLst/>
      </p:bgPr>
    </p:bg>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056F0E7F-9EF5-7899-C1CB-D727F1927CE4}"/>
              </a:ext>
            </a:extLst>
          </p:cNvPr>
          <p:cNvSpPr>
            <a:spLocks noGrp="1"/>
          </p:cNvSpPr>
          <p:nvPr>
            <p:ph type="pic" sz="quarter" idx="27" hasCustomPrompt="1"/>
          </p:nvPr>
        </p:nvSpPr>
        <p:spPr>
          <a:xfrm>
            <a:off x="0" y="0"/>
            <a:ext cx="9029700" cy="10287000"/>
          </a:xfrm>
          <a:gradFill>
            <a:gsLst>
              <a:gs pos="100000">
                <a:schemeClr val="accent3"/>
              </a:gs>
              <a:gs pos="0">
                <a:schemeClr val="accent2"/>
              </a:gs>
            </a:gsLst>
            <a:lin ang="19200000" scaled="0"/>
          </a:gradFill>
        </p:spPr>
        <p:txBody>
          <a:bodyPr anchor="ctr">
            <a:normAutofit/>
          </a:bodyPr>
          <a:lstStyle>
            <a:lvl1pPr marL="0" indent="0" algn="ctr">
              <a:buNone/>
              <a:defRPr sz="1600">
                <a:solidFill>
                  <a:schemeClr val="bg1"/>
                </a:solidFill>
              </a:defRPr>
            </a:lvl1pPr>
          </a:lstStyle>
          <a:p>
            <a:r>
              <a:rPr lang="en-US"/>
              <a:t>Click here to add image</a:t>
            </a:r>
          </a:p>
        </p:txBody>
      </p:sp>
      <p:sp>
        <p:nvSpPr>
          <p:cNvPr id="6" name="Text Placeholder 5">
            <a:extLst>
              <a:ext uri="{FF2B5EF4-FFF2-40B4-BE49-F238E27FC236}">
                <a16:creationId xmlns:a16="http://schemas.microsoft.com/office/drawing/2014/main" id="{098AFFFC-1D82-173B-A7F9-2CA8DE7DC3F9}"/>
              </a:ext>
            </a:extLst>
          </p:cNvPr>
          <p:cNvSpPr>
            <a:spLocks noGrp="1"/>
          </p:cNvSpPr>
          <p:nvPr>
            <p:ph type="body" sz="quarter" idx="26" hasCustomPrompt="1"/>
          </p:nvPr>
        </p:nvSpPr>
        <p:spPr>
          <a:xfrm>
            <a:off x="9715500" y="2454442"/>
            <a:ext cx="7884188" cy="2710294"/>
          </a:xfrm>
          <a:prstGeom prst="rect">
            <a:avLst/>
          </a:prstGeom>
        </p:spPr>
        <p:txBody>
          <a:bodyPr wrap="square" lIns="0" tIns="0" rIns="0" bIns="0">
            <a:spAutoFit/>
          </a:bodyPr>
          <a:lstStyle>
            <a:lvl1pPr algn="l">
              <a:lnSpc>
                <a:spcPct val="120000"/>
              </a:lnSpc>
              <a:spcBef>
                <a:spcPts val="600"/>
              </a:spcBef>
              <a:defRPr sz="1800" b="0" i="0">
                <a:latin typeface="Xfinity Brown Light" panose="02010404010101010103" pitchFamily="2" charset="77"/>
                <a:cs typeface="Xfinity Brown Light" panose="02010404010101010103" pitchFamily="2" charset="77"/>
              </a:defRPr>
            </a:lvl1pPr>
            <a:lvl2pPr marL="0" indent="0" algn="l">
              <a:spcBef>
                <a:spcPts val="600"/>
              </a:spcBef>
              <a:buFont typeface="Arial" panose="020B0604020202020204" pitchFamily="34" charset="0"/>
              <a:buNone/>
              <a:defRPr sz="1800" b="0" i="0">
                <a:latin typeface="Xfinity Brown Light" panose="02010404010101010103" pitchFamily="2" charset="77"/>
                <a:cs typeface="Xfinity Brown Light" panose="02010404010101010103" pitchFamily="2" charset="77"/>
              </a:defRPr>
            </a:lvl2pPr>
            <a:lvl3pPr marL="560070" indent="-285750" algn="l">
              <a:lnSpc>
                <a:spcPct val="120000"/>
              </a:lnSpc>
              <a:spcBef>
                <a:spcPts val="600"/>
              </a:spcBef>
              <a:buFont typeface="Xfinity Brown" panose="02010504010101010104" pitchFamily="50" charset="0"/>
              <a:buChar char="–"/>
              <a:defRPr sz="1800" b="0" i="0">
                <a:latin typeface="Xfinity Brown Light" panose="02010404010101010103" pitchFamily="2" charset="77"/>
                <a:cs typeface="Xfinity Brown Light" panose="02010404010101010103" pitchFamily="2" charset="77"/>
              </a:defRPr>
            </a:lvl3pPr>
            <a:lvl4pPr marL="834390" indent="-285750" algn="l">
              <a:lnSpc>
                <a:spcPct val="120000"/>
              </a:lnSpc>
              <a:spcBef>
                <a:spcPts val="600"/>
              </a:spcBef>
              <a:buFont typeface="Xfinity Brown" panose="02010504010101010104" pitchFamily="50" charset="0"/>
              <a:buChar char="o"/>
              <a:defRPr sz="1800" b="0" i="0">
                <a:latin typeface="Xfinity Brown Light" panose="02010404010101010103" pitchFamily="2" charset="77"/>
                <a:cs typeface="Xfinity Brown Light" panose="02010404010101010103" pitchFamily="2" charset="77"/>
              </a:defRPr>
            </a:lvl4pPr>
            <a:lvl5pPr marL="1108710" indent="-285750" algn="l">
              <a:lnSpc>
                <a:spcPct val="120000"/>
              </a:lnSpc>
              <a:spcBef>
                <a:spcPts val="600"/>
              </a:spcBef>
              <a:buFont typeface="Xfinity Brown" panose="02010504010101010104" pitchFamily="50" charset="0"/>
              <a:buChar char="–"/>
              <a:defRPr lang="en-US" sz="1800" b="0" i="0" u="none" strike="noStrike" cap="none" spc="0" baseline="0" dirty="0">
                <a:solidFill>
                  <a:srgbClr val="000000"/>
                </a:solidFill>
                <a:uFillTx/>
                <a:latin typeface="Xfinity Brown Light" panose="02010404010101010103" pitchFamily="2" charset="77"/>
                <a:ea typeface="Xfinity Brown" panose="02010504010101010104" pitchFamily="50" charset="0"/>
                <a:cs typeface="Xfinity Brown Light" panose="02010404010101010103" pitchFamily="2" charset="77"/>
                <a:sym typeface="Xfinity Brown" panose="02010504010101010104" pitchFamily="50" charset="0"/>
              </a:defRPr>
            </a:lvl5pPr>
          </a:lstStyle>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This is body copy set in Xfinity Brown Light at 1.2 line spacing. It should be 18 pts normally but no smaller than 14 pts. </a:t>
            </a:r>
          </a:p>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Lorem ipsum dolor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consectetur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adipiscing</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elit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do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eiusmod</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incididunt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labore et dolore magna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Eu mi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bibendumneque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egestas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Odio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orci</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dapibus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ultrices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in. Purus non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enim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present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elementum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facilisis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leo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vel. Ipsum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faucibus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vitae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nec</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ullamcorper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risus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nullam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Donec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pretium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vulputate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sapien</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nec</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sagittis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Iaculis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nunc</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augue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lacus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viverra</a:t>
            </a:r>
            <a:r>
              <a:rPr lang="en-US" sz="1800" kern="0"/>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p>
        </p:txBody>
      </p:sp>
      <p:sp>
        <p:nvSpPr>
          <p:cNvPr id="7" name="Text Placeholder 8">
            <a:extLst>
              <a:ext uri="{FF2B5EF4-FFF2-40B4-BE49-F238E27FC236}">
                <a16:creationId xmlns:a16="http://schemas.microsoft.com/office/drawing/2014/main" id="{2358FCE9-29A4-62AA-C86C-04D3A65DCBD7}"/>
              </a:ext>
            </a:extLst>
          </p:cNvPr>
          <p:cNvSpPr>
            <a:spLocks noGrp="1"/>
          </p:cNvSpPr>
          <p:nvPr>
            <p:ph type="body" sz="quarter" idx="13" hasCustomPrompt="1"/>
          </p:nvPr>
        </p:nvSpPr>
        <p:spPr>
          <a:xfrm>
            <a:off x="9715500" y="685800"/>
            <a:ext cx="5486400" cy="166199"/>
          </a:xfrm>
        </p:spPr>
        <p:txBody>
          <a:bodyPr wrap="square" lIns="0" tIns="0" rIns="0" bIns="0">
            <a:spAutoFit/>
          </a:bodyPr>
          <a:lstStyle>
            <a:lvl1pPr marL="0" indent="0">
              <a:buNone/>
              <a:defRPr sz="1200" cap="all" spc="200" baseline="0">
                <a:solidFill>
                  <a:schemeClr val="tx1"/>
                </a:solidFill>
                <a:latin typeface="+mj-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4" name="Text Placeholder 6">
            <a:extLst>
              <a:ext uri="{FF2B5EF4-FFF2-40B4-BE49-F238E27FC236}">
                <a16:creationId xmlns:a16="http://schemas.microsoft.com/office/drawing/2014/main" id="{714946F4-5365-69DC-C0B2-13D85C580C96}"/>
              </a:ext>
            </a:extLst>
          </p:cNvPr>
          <p:cNvSpPr>
            <a:spLocks noGrp="1"/>
          </p:cNvSpPr>
          <p:nvPr>
            <p:ph type="body" sz="quarter" idx="14" hasCustomPrompt="1"/>
          </p:nvPr>
        </p:nvSpPr>
        <p:spPr>
          <a:xfrm>
            <a:off x="9715500" y="984379"/>
            <a:ext cx="7886700" cy="886397"/>
          </a:xfrm>
        </p:spPr>
        <p:txBody>
          <a:bodyPr wrap="square" lIns="0" tIns="0" rIns="0" bIns="0">
            <a:spAutoFit/>
          </a:bodyPr>
          <a:lstStyle>
            <a:lvl1pPr marL="0" indent="0">
              <a:spcBef>
                <a:spcPts val="0"/>
              </a:spcBef>
              <a:buNone/>
              <a:defRPr sz="3200" spc="-150"/>
            </a:lvl1pPr>
          </a:lstStyle>
          <a:p>
            <a:pPr lvl="0"/>
            <a:r>
              <a:rPr lang="en-US"/>
              <a:t>This is a slide title. Tracking set to ‘tight’. </a:t>
            </a:r>
            <a:br>
              <a:rPr lang="en-US"/>
            </a:br>
            <a:r>
              <a:rPr lang="en-US"/>
              <a:t>It shouldn’t exceed two lines.</a:t>
            </a:r>
          </a:p>
        </p:txBody>
      </p:sp>
      <p:sp>
        <p:nvSpPr>
          <p:cNvPr id="2" name="Slide Number">
            <a:extLst>
              <a:ext uri="{FF2B5EF4-FFF2-40B4-BE49-F238E27FC236}">
                <a16:creationId xmlns:a16="http://schemas.microsoft.com/office/drawing/2014/main" id="{AE401231-C644-72F6-F992-C147EE60235F}"/>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5" name="Slide Number">
            <a:extLst>
              <a:ext uri="{FF2B5EF4-FFF2-40B4-BE49-F238E27FC236}">
                <a16:creationId xmlns:a16="http://schemas.microsoft.com/office/drawing/2014/main" id="{857FC305-AF50-20F6-A1A2-E1DE3713CF74}"/>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tx2"/>
                </a:solidFill>
              </a:rPr>
              <a:t>PRIVATE AND CONFIDENTIAL</a:t>
            </a:r>
          </a:p>
        </p:txBody>
      </p:sp>
      <p:pic>
        <p:nvPicPr>
          <p:cNvPr id="9" name="Graphic 8">
            <a:extLst>
              <a:ext uri="{FF2B5EF4-FFF2-40B4-BE49-F238E27FC236}">
                <a16:creationId xmlns:a16="http://schemas.microsoft.com/office/drawing/2014/main" id="{ECD17D1E-5F4A-30D0-D641-0C7B85B7EAA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266584" y="9603896"/>
            <a:ext cx="896112" cy="303270"/>
          </a:xfrm>
          <a:prstGeom prst="rect">
            <a:avLst/>
          </a:prstGeom>
        </p:spPr>
      </p:pic>
    </p:spTree>
    <p:extLst>
      <p:ext uri="{BB962C8B-B14F-4D97-AF65-F5344CB8AC3E}">
        <p14:creationId xmlns:p14="http://schemas.microsoft.com/office/powerpoint/2010/main" val="1602475005"/>
      </p:ext>
    </p:extLst>
  </p:cSld>
  <p:clrMapOvr>
    <a:overrideClrMapping bg1="lt1" tx1="dk1" bg2="lt2" tx2="dk2" accent1="accent1" accent2="accent2" accent3="accent3" accent4="accent4" accent5="accent5" accent6="accent6" hlink="hlink" folHlink="folHlink"/>
  </p:clrMapOvr>
  <p:transition spd="med"/>
  <p:extLst>
    <p:ext uri="{DCECCB84-F9BA-43D5-87BE-67443E8EF086}">
      <p15:sldGuideLst xmlns:p15="http://schemas.microsoft.com/office/powerpoint/2012/main">
        <p15:guide id="2" pos="6120"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Blank Slide">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4D8F88C4-B6BE-814A-A531-CC35DEE7A718}"/>
              </a:ext>
            </a:extLst>
          </p:cNvPr>
          <p:cNvSpPr>
            <a:spLocks noGrp="1"/>
          </p:cNvSpPr>
          <p:nvPr>
            <p:ph type="body" sz="quarter" idx="25" hasCustomPrompt="1"/>
          </p:nvPr>
        </p:nvSpPr>
        <p:spPr>
          <a:xfrm>
            <a:off x="686083" y="685800"/>
            <a:ext cx="5486117" cy="166199"/>
          </a:xfrm>
          <a:prstGeom prst="rect">
            <a:avLst/>
          </a:prstGeom>
        </p:spPr>
        <p:txBody>
          <a:bodyPr wrap="square" lIns="0" tIns="0" rIns="0" bIns="0" anchor="t">
            <a:spAutoFit/>
          </a:bodyPr>
          <a:lstStyle>
            <a:lvl1pPr marL="0" indent="0" algn="l">
              <a:buNone/>
              <a:defRPr lang="en-US" sz="1200" b="0" cap="all" spc="200" baseline="0" dirty="0">
                <a:solidFill>
                  <a:schemeClr val="tx1"/>
                </a:solidFill>
                <a:latin typeface="Xfinity Brown"/>
                <a:ea typeface="Xfinity Brown"/>
                <a:cs typeface="Xfinity Brown"/>
              </a:defRPr>
            </a:lvl1pPr>
          </a:lstStyle>
          <a:p>
            <a:pPr lvl="0" algn="l"/>
            <a:r>
              <a:rPr lang="en-US"/>
              <a:t>Description eyebrow</a:t>
            </a:r>
          </a:p>
        </p:txBody>
      </p:sp>
      <p:sp>
        <p:nvSpPr>
          <p:cNvPr id="8" name="Title 1">
            <a:extLst>
              <a:ext uri="{FF2B5EF4-FFF2-40B4-BE49-F238E27FC236}">
                <a16:creationId xmlns:a16="http://schemas.microsoft.com/office/drawing/2014/main" id="{F16EFA87-57AC-4F4E-A771-C346718EA2FD}"/>
              </a:ext>
            </a:extLst>
          </p:cNvPr>
          <p:cNvSpPr>
            <a:spLocks noGrp="1"/>
          </p:cNvSpPr>
          <p:nvPr>
            <p:ph type="title" hasCustomPrompt="1"/>
          </p:nvPr>
        </p:nvSpPr>
        <p:spPr>
          <a:xfrm>
            <a:off x="686083" y="987552"/>
            <a:ext cx="16234370" cy="886397"/>
          </a:xfrm>
          <a:prstGeom prst="rect">
            <a:avLst/>
          </a:prstGeom>
        </p:spPr>
        <p:txBody>
          <a:bodyPr lIns="0" tIns="0" rIns="0" bIns="0" anchor="t">
            <a:spAutoFit/>
          </a:bodyPr>
          <a:lstStyle>
            <a:lvl1pPr marL="0" marR="0" indent="0" algn="l" defTabSz="619125" rtl="0" latinLnBrk="0">
              <a:lnSpc>
                <a:spcPct val="90000"/>
              </a:lnSpc>
              <a:spcBef>
                <a:spcPts val="0"/>
              </a:spcBef>
              <a:spcAft>
                <a:spcPts val="0"/>
              </a:spcAft>
              <a:buClrTx/>
              <a:buSzTx/>
              <a:buFontTx/>
              <a:buNone/>
              <a:tabLst/>
              <a:defRPr lang="en-US" sz="3200" b="0" i="0" u="none" strike="noStrike" cap="none" spc="-150" baseline="0" dirty="0" smtClean="0">
                <a:solidFill>
                  <a:srgbClr val="000000"/>
                </a:solidFill>
                <a:uFillTx/>
                <a:latin typeface="Xfinity Brown"/>
                <a:ea typeface="Xfinity Brown"/>
                <a:cs typeface="Xfinity Brown"/>
                <a:sym typeface="Helvetica Neue"/>
              </a:defRPr>
            </a:lvl1pPr>
          </a:lstStyle>
          <a:p>
            <a:r>
              <a:rPr lang="en-US"/>
              <a:t>This is a slide title. Tracking set to ‘tight’.</a:t>
            </a:r>
            <a:br>
              <a:rPr lang="en-US"/>
            </a:br>
            <a:r>
              <a:rPr lang="en-US"/>
              <a:t>It shouldn’t exceed two lines.</a:t>
            </a:r>
          </a:p>
        </p:txBody>
      </p:sp>
      <p:sp>
        <p:nvSpPr>
          <p:cNvPr id="9" name="Slide Number">
            <a:extLst>
              <a:ext uri="{FF2B5EF4-FFF2-40B4-BE49-F238E27FC236}">
                <a16:creationId xmlns:a16="http://schemas.microsoft.com/office/drawing/2014/main" id="{0E803BF9-8BD9-D244-BB63-B2DF0831B477}"/>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13" name="Slide Number">
            <a:extLst>
              <a:ext uri="{FF2B5EF4-FFF2-40B4-BE49-F238E27FC236}">
                <a16:creationId xmlns:a16="http://schemas.microsoft.com/office/drawing/2014/main" id="{8B4A00DA-9E95-508B-5767-A5453409728B}"/>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2" name="Graphic 1">
            <a:extLst>
              <a:ext uri="{FF2B5EF4-FFF2-40B4-BE49-F238E27FC236}">
                <a16:creationId xmlns:a16="http://schemas.microsoft.com/office/drawing/2014/main" id="{BD7C1430-8ABE-EE4B-5966-6E4A37CB832A}"/>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266584" y="9603896"/>
            <a:ext cx="896112" cy="303270"/>
          </a:xfrm>
          <a:prstGeom prst="rect">
            <a:avLst/>
          </a:prstGeom>
        </p:spPr>
      </p:pic>
    </p:spTree>
    <p:extLst>
      <p:ext uri="{BB962C8B-B14F-4D97-AF65-F5344CB8AC3E}">
        <p14:creationId xmlns:p14="http://schemas.microsoft.com/office/powerpoint/2010/main" val="553230441"/>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ank You_Purp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3AA410BE-4AFA-2991-4F49-00D84AFE36FD}"/>
              </a:ext>
            </a:extLst>
          </p:cNvPr>
          <p:cNvSpPr txBox="1">
            <a:spLocks/>
          </p:cNvSpPr>
          <p:nvPr userDrawn="1"/>
        </p:nvSpPr>
        <p:spPr>
          <a:xfrm>
            <a:off x="685800" y="4265470"/>
            <a:ext cx="10107118" cy="1163395"/>
          </a:xfrm>
          <a:prstGeom prst="rect">
            <a:avLst/>
          </a:prstGeom>
        </p:spPr>
        <p:txBody>
          <a:bodyPr wrap="square" lIns="0" tIns="0" rIns="0" bIns="0" anchor="ctr">
            <a:spAutoFit/>
          </a:bodyPr>
          <a:lstStyle>
            <a:lvl1pPr algn="l" defTabSz="1371600" rtl="0" eaLnBrk="1" latinLnBrk="0" hangingPunct="1">
              <a:lnSpc>
                <a:spcPct val="90000"/>
              </a:lnSpc>
              <a:spcBef>
                <a:spcPct val="0"/>
              </a:spcBef>
              <a:buNone/>
              <a:defRPr sz="6600" kern="1200">
                <a:solidFill>
                  <a:schemeClr val="tx1"/>
                </a:solidFill>
                <a:latin typeface="Xfinity Brown" panose="02010504010101010104" pitchFamily="2" charset="77"/>
                <a:ea typeface="+mj-ea"/>
                <a:cs typeface="Xfinity Brown" panose="02010504010101010104" pitchFamily="2" charset="77"/>
              </a:defRPr>
            </a:lvl1pPr>
          </a:lstStyle>
          <a:p>
            <a:r>
              <a:rPr lang="en-US" sz="8400" b="0" spc="-300">
                <a:solidFill>
                  <a:schemeClr val="bg1"/>
                </a:solidFill>
              </a:rPr>
              <a:t>Thank you</a:t>
            </a:r>
          </a:p>
        </p:txBody>
      </p:sp>
      <p:pic>
        <p:nvPicPr>
          <p:cNvPr id="5" name="Graphic 4">
            <a:extLst>
              <a:ext uri="{FF2B5EF4-FFF2-40B4-BE49-F238E27FC236}">
                <a16:creationId xmlns:a16="http://schemas.microsoft.com/office/drawing/2014/main" id="{D0F02FFA-7ACD-F099-17CB-BD5C4B9FB6ED}"/>
              </a:ext>
            </a:extLst>
          </p:cNvPr>
          <p:cNvPicPr>
            <a:picLocks noChangeAspect="1"/>
          </p:cNvPicPr>
          <p:nvPr userDrawn="1"/>
        </p:nvPicPr>
        <p:blipFill>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85800" y="9292648"/>
            <a:ext cx="1200150" cy="406164"/>
          </a:xfrm>
          <a:prstGeom prst="rect">
            <a:avLst/>
          </a:prstGeom>
        </p:spPr>
      </p:pic>
      <p:sp>
        <p:nvSpPr>
          <p:cNvPr id="3" name="Slide Number">
            <a:extLst>
              <a:ext uri="{FF2B5EF4-FFF2-40B4-BE49-F238E27FC236}">
                <a16:creationId xmlns:a16="http://schemas.microsoft.com/office/drawing/2014/main" id="{289F79D6-246A-661B-C892-2E13C280CAB2}"/>
              </a:ext>
            </a:extLst>
          </p:cNvPr>
          <p:cNvSpPr txBox="1">
            <a:spLocks/>
          </p:cNvSpPr>
          <p:nvPr userDrawn="1"/>
        </p:nvSpPr>
        <p:spPr>
          <a:xfrm>
            <a:off x="2114550" y="9428779"/>
            <a:ext cx="4355853" cy="123209"/>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tx2"/>
                </a:solidFill>
              </a:rPr>
              <a:t>PRIVATE AND CONFIDENTIAL</a:t>
            </a:r>
          </a:p>
        </p:txBody>
      </p:sp>
    </p:spTree>
    <p:extLst>
      <p:ext uri="{BB962C8B-B14F-4D97-AF65-F5344CB8AC3E}">
        <p14:creationId xmlns:p14="http://schemas.microsoft.com/office/powerpoint/2010/main" val="1106087740"/>
      </p:ext>
    </p:extLst>
  </p:cSld>
  <p:clrMapOvr>
    <a:overrideClrMapping bg1="lt1" tx1="dk1" bg2="lt2" tx2="dk2" accent1="accent1" accent2="accent2" accent3="accent3" accent4="accent4" accent5="accent5" accent6="accent6" hlink="hlink" folHlink="folHlink"/>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mpact Slide Lite">
    <p:bg>
      <p:bgPr>
        <a:solidFill>
          <a:schemeClr val="bg1"/>
        </a:solidFill>
        <a:effectLst/>
      </p:bgPr>
    </p:bg>
    <p:spTree>
      <p:nvGrpSpPr>
        <p:cNvPr id="1" name=""/>
        <p:cNvGrpSpPr/>
        <p:nvPr/>
      </p:nvGrpSpPr>
      <p:grpSpPr>
        <a:xfrm>
          <a:off x="0" y="0"/>
          <a:ext cx="0" cy="0"/>
          <a:chOff x="0" y="0"/>
          <a:chExt cx="0" cy="0"/>
        </a:xfrm>
      </p:grpSpPr>
      <p:sp>
        <p:nvSpPr>
          <p:cNvPr id="135" name="Title Text"/>
          <p:cNvSpPr txBox="1">
            <a:spLocks noGrp="1"/>
          </p:cNvSpPr>
          <p:nvPr>
            <p:ph type="title" hasCustomPrompt="1"/>
          </p:nvPr>
        </p:nvSpPr>
        <p:spPr>
          <a:xfrm>
            <a:off x="2114551" y="3980104"/>
            <a:ext cx="14058900" cy="2326791"/>
          </a:xfrm>
          <a:prstGeom prst="rect">
            <a:avLst/>
          </a:prstGeom>
        </p:spPr>
        <p:txBody>
          <a:bodyPr lIns="0" tIns="0" rIns="0" bIns="0" anchor="ctr">
            <a:spAutoFit/>
          </a:bodyPr>
          <a:lstStyle>
            <a:lvl1pPr algn="ctr">
              <a:lnSpc>
                <a:spcPct val="90000"/>
              </a:lnSpc>
              <a:defRPr sz="8400" b="0" spc="-300">
                <a:latin typeface="Xfinity Brown"/>
                <a:ea typeface="Xfinity Brown"/>
                <a:cs typeface="Xfinity Brown"/>
                <a:sym typeface="Xfinity Brown"/>
              </a:defRPr>
            </a:lvl1pPr>
          </a:lstStyle>
          <a:p>
            <a:r>
              <a:rPr lang="en-US"/>
              <a:t>This is an</a:t>
            </a:r>
            <a:br>
              <a:rPr lang="en-US"/>
            </a:br>
            <a:r>
              <a:rPr lang="en-US"/>
              <a:t>impact slide</a:t>
            </a:r>
            <a:endParaRPr/>
          </a:p>
        </p:txBody>
      </p:sp>
      <p:sp>
        <p:nvSpPr>
          <p:cNvPr id="7" name="Slide Number">
            <a:extLst>
              <a:ext uri="{FF2B5EF4-FFF2-40B4-BE49-F238E27FC236}">
                <a16:creationId xmlns:a16="http://schemas.microsoft.com/office/drawing/2014/main" id="{4F00B8D5-62A9-0746-9358-894DF7E0206C}"/>
              </a:ext>
            </a:extLst>
          </p:cNvPr>
          <p:cNvSpPr txBox="1">
            <a:spLocks/>
          </p:cNvSpPr>
          <p:nvPr userDrawn="1"/>
        </p:nvSpPr>
        <p:spPr>
          <a:xfrm>
            <a:off x="16402050" y="9669626"/>
            <a:ext cx="1200150" cy="171810"/>
          </a:xfrm>
          <a:prstGeom prst="rect">
            <a:avLst/>
          </a:prstGeom>
        </p:spPr>
        <p:txBody>
          <a:bodyPr lIns="0" tIns="0" rIns="0" bIns="0" anchor="ct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2" name="Text Placeholder 8">
            <a:extLst>
              <a:ext uri="{FF2B5EF4-FFF2-40B4-BE49-F238E27FC236}">
                <a16:creationId xmlns:a16="http://schemas.microsoft.com/office/drawing/2014/main" id="{ACCEB2A5-2E4B-519A-356C-14FD36EE9A09}"/>
              </a:ext>
            </a:extLst>
          </p:cNvPr>
          <p:cNvSpPr>
            <a:spLocks noGrp="1"/>
          </p:cNvSpPr>
          <p:nvPr>
            <p:ph type="body" sz="quarter" idx="13" hasCustomPrompt="1"/>
          </p:nvPr>
        </p:nvSpPr>
        <p:spPr>
          <a:xfrm>
            <a:off x="685800" y="685800"/>
            <a:ext cx="5486400" cy="170816"/>
          </a:xfrm>
        </p:spPr>
        <p:txBody>
          <a:bodyPr wrap="square" lIns="0" tIns="0" rIns="0" bIns="0">
            <a:spAutoFit/>
          </a:bodyPr>
          <a:lstStyle>
            <a:lvl1pPr marL="0" indent="0">
              <a:buNone/>
              <a:defRPr sz="1200" cap="all" spc="200" baseline="0">
                <a:solidFill>
                  <a:schemeClr val="tx1"/>
                </a:solidFill>
                <a:latin typeface="+mj-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4" name="Slide Number">
            <a:extLst>
              <a:ext uri="{FF2B5EF4-FFF2-40B4-BE49-F238E27FC236}">
                <a16:creationId xmlns:a16="http://schemas.microsoft.com/office/drawing/2014/main" id="{A71F2B63-AAC9-F687-3C50-D7DF16A8CF09}"/>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5" name="Graphic 4">
            <a:extLst>
              <a:ext uri="{FF2B5EF4-FFF2-40B4-BE49-F238E27FC236}">
                <a16:creationId xmlns:a16="http://schemas.microsoft.com/office/drawing/2014/main" id="{D69F54E9-DAEC-0034-ED15-46A101078C05}"/>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266584" y="9603896"/>
            <a:ext cx="896112" cy="303270"/>
          </a:xfrm>
          <a:prstGeom prst="rect">
            <a:avLst/>
          </a:prstGeom>
        </p:spPr>
      </p:pic>
    </p:spTree>
    <p:extLst>
      <p:ext uri="{BB962C8B-B14F-4D97-AF65-F5344CB8AC3E}">
        <p14:creationId xmlns:p14="http://schemas.microsoft.com/office/powerpoint/2010/main" val="400674751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21AE09E-697C-FC45-9E96-2E45E76886AB}"/>
              </a:ext>
            </a:extLst>
          </p:cNvPr>
          <p:cNvSpPr>
            <a:spLocks noGrp="1"/>
          </p:cNvSpPr>
          <p:nvPr>
            <p:ph type="title" hasCustomPrompt="1"/>
          </p:nvPr>
        </p:nvSpPr>
        <p:spPr>
          <a:xfrm>
            <a:off x="685800" y="987552"/>
            <a:ext cx="16234370" cy="886397"/>
          </a:xfrm>
          <a:prstGeom prst="rect">
            <a:avLst/>
          </a:prstGeom>
        </p:spPr>
        <p:txBody>
          <a:bodyPr lIns="0" tIns="0" rIns="0" bIns="0" anchor="t">
            <a:spAutoFit/>
          </a:bodyPr>
          <a:lstStyle>
            <a:lvl1pPr marL="0" marR="0" indent="0" algn="l" defTabSz="619125" rtl="0" latinLnBrk="0">
              <a:lnSpc>
                <a:spcPct val="90000"/>
              </a:lnSpc>
              <a:spcBef>
                <a:spcPts val="0"/>
              </a:spcBef>
              <a:spcAft>
                <a:spcPts val="0"/>
              </a:spcAft>
              <a:buClrTx/>
              <a:buSzTx/>
              <a:buFontTx/>
              <a:buNone/>
              <a:tabLst/>
              <a:defRPr lang="en-US" sz="3200" b="0" i="0" u="none" strike="noStrike" cap="none" spc="-150" baseline="0" dirty="0" smtClean="0">
                <a:solidFill>
                  <a:srgbClr val="000000"/>
                </a:solidFill>
                <a:uFillTx/>
                <a:latin typeface="+mj-lt"/>
                <a:ea typeface="Xfinity Brown"/>
                <a:cs typeface="Xfinity Brown"/>
                <a:sym typeface="Helvetica Neue"/>
              </a:defRPr>
            </a:lvl1pPr>
          </a:lstStyle>
          <a:p>
            <a:pPr lvl="0"/>
            <a:r>
              <a:rPr lang="en-US"/>
              <a:t>This is a slide title. Tracking set to ‘tight’. </a:t>
            </a:r>
            <a:br>
              <a:rPr lang="en-US"/>
            </a:br>
            <a:r>
              <a:rPr lang="en-US"/>
              <a:t>It shouldn’t exceed two lines.</a:t>
            </a:r>
          </a:p>
        </p:txBody>
      </p:sp>
      <p:sp>
        <p:nvSpPr>
          <p:cNvPr id="10" name="Text Placeholder 2">
            <a:extLst>
              <a:ext uri="{FF2B5EF4-FFF2-40B4-BE49-F238E27FC236}">
                <a16:creationId xmlns:a16="http://schemas.microsoft.com/office/drawing/2014/main" id="{E4AEF971-9BCB-1E42-9E22-F8D1F1044C95}"/>
              </a:ext>
            </a:extLst>
          </p:cNvPr>
          <p:cNvSpPr>
            <a:spLocks noGrp="1"/>
          </p:cNvSpPr>
          <p:nvPr>
            <p:ph type="body" sz="quarter" idx="25" hasCustomPrompt="1"/>
          </p:nvPr>
        </p:nvSpPr>
        <p:spPr>
          <a:xfrm>
            <a:off x="685800" y="685800"/>
            <a:ext cx="5486400" cy="166199"/>
          </a:xfrm>
          <a:prstGeom prst="rect">
            <a:avLst/>
          </a:prstGeom>
        </p:spPr>
        <p:txBody>
          <a:bodyPr wrap="square" lIns="0" tIns="0" rIns="0" bIns="0" anchor="ctr">
            <a:spAutoFit/>
          </a:bodyPr>
          <a:lstStyle>
            <a:lvl1pPr marL="0" indent="0" algn="l">
              <a:buNone/>
              <a:defRPr lang="en-US" sz="1200" b="0" cap="all" spc="200" baseline="0" dirty="0">
                <a:solidFill>
                  <a:schemeClr val="tx1"/>
                </a:solidFill>
                <a:latin typeface="+mj-lt"/>
                <a:ea typeface="Xfinity Brown"/>
                <a:cs typeface="Xfinity Brown"/>
              </a:defRPr>
            </a:lvl1pPr>
          </a:lstStyle>
          <a:p>
            <a:pPr lvl="0" algn="l"/>
            <a:r>
              <a:rPr lang="en-US"/>
              <a:t>DESCRIPTION EYEBROW</a:t>
            </a:r>
          </a:p>
        </p:txBody>
      </p:sp>
      <p:sp>
        <p:nvSpPr>
          <p:cNvPr id="13" name="Slide Number">
            <a:extLst>
              <a:ext uri="{FF2B5EF4-FFF2-40B4-BE49-F238E27FC236}">
                <a16:creationId xmlns:a16="http://schemas.microsoft.com/office/drawing/2014/main" id="{D6485339-55D3-9142-889B-D6759CABE72D}"/>
              </a:ext>
            </a:extLst>
          </p:cNvPr>
          <p:cNvSpPr txBox="1">
            <a:spLocks/>
          </p:cNvSpPr>
          <p:nvPr userDrawn="1"/>
        </p:nvSpPr>
        <p:spPr>
          <a:xfrm>
            <a:off x="16402050" y="9663198"/>
            <a:ext cx="1200150" cy="184666"/>
          </a:xfrm>
          <a:prstGeom prst="rect">
            <a:avLst/>
          </a:prstGeom>
        </p:spPr>
        <p:txBody>
          <a:bodyPr wrap="square" lIns="0" tIns="0" rIns="0" bIns="0" anchor="t">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19" name="Text Placeholder 5">
            <a:extLst>
              <a:ext uri="{FF2B5EF4-FFF2-40B4-BE49-F238E27FC236}">
                <a16:creationId xmlns:a16="http://schemas.microsoft.com/office/drawing/2014/main" id="{6007E547-B2BF-B24E-94E2-1EC0ED8D3569}"/>
              </a:ext>
            </a:extLst>
          </p:cNvPr>
          <p:cNvSpPr>
            <a:spLocks noGrp="1"/>
          </p:cNvSpPr>
          <p:nvPr>
            <p:ph type="body" sz="quarter" idx="26" hasCustomPrompt="1"/>
          </p:nvPr>
        </p:nvSpPr>
        <p:spPr>
          <a:xfrm>
            <a:off x="685802" y="2450592"/>
            <a:ext cx="8343898" cy="3119637"/>
          </a:xfrm>
          <a:prstGeom prst="rect">
            <a:avLst/>
          </a:prstGeom>
        </p:spPr>
        <p:txBody>
          <a:bodyPr lIns="0" tIns="0" rIns="0" bIns="0">
            <a:spAutoFit/>
          </a:bodyPr>
          <a:lstStyle>
            <a:lvl1pPr marL="285750" indent="-285750" algn="l">
              <a:lnSpc>
                <a:spcPct val="120000"/>
              </a:lnSpc>
              <a:spcBef>
                <a:spcPts val="6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1pPr>
            <a:lvl2pPr marL="411480" indent="-411480" algn="l">
              <a:spcBef>
                <a:spcPts val="9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latin typeface="Xfinity Brown Light" panose="02010404010101010103" pitchFamily="2" charset="77"/>
                <a:cs typeface="Xfinity Brown Light" panose="02010404010101010103" pitchFamily="2" charset="77"/>
              </a:defRPr>
            </a:lvl4pPr>
            <a:lvl5pPr marL="1663065" indent="-428625" algn="l">
              <a:spcBef>
                <a:spcPts val="900"/>
              </a:spcBef>
              <a:buFont typeface="System Font Regular"/>
              <a:buChar char="–"/>
              <a:defRPr lang="en-US" sz="1800" b="0" i="0" u="none" strike="noStrike" cap="none" spc="0" baseline="0" dirty="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Light at 1.2 line spacing. It should </a:t>
            </a:r>
            <a:br>
              <a:rPr lang="en-US"/>
            </a:br>
            <a:r>
              <a:rPr lang="en-US"/>
              <a:t>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br>
              <a:rPr lang="en-US"/>
            </a:b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br>
              <a:rPr lang="en-US"/>
            </a:b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r>
              <a:rPr lang="en-US" err="1"/>
              <a:t>congue</a:t>
            </a:r>
            <a:r>
              <a:rPr lang="en-US"/>
              <a:t>. </a:t>
            </a:r>
          </a:p>
          <a:p>
            <a:pPr lvl="0"/>
            <a:r>
              <a:rPr lang="en-US"/>
              <a:t>Bullet</a:t>
            </a:r>
          </a:p>
        </p:txBody>
      </p:sp>
      <p:sp>
        <p:nvSpPr>
          <p:cNvPr id="14" name="Slide Number">
            <a:extLst>
              <a:ext uri="{FF2B5EF4-FFF2-40B4-BE49-F238E27FC236}">
                <a16:creationId xmlns:a16="http://schemas.microsoft.com/office/drawing/2014/main" id="{4873915E-5350-0430-B811-6B06836B503F}"/>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2" name="Graphic 1">
            <a:extLst>
              <a:ext uri="{FF2B5EF4-FFF2-40B4-BE49-F238E27FC236}">
                <a16:creationId xmlns:a16="http://schemas.microsoft.com/office/drawing/2014/main" id="{8838F94D-EFA4-3183-5739-6B6E1AD51574}"/>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266584" y="9603896"/>
            <a:ext cx="896112" cy="303270"/>
          </a:xfrm>
          <a:prstGeom prst="rect">
            <a:avLst/>
          </a:prstGeom>
        </p:spPr>
      </p:pic>
    </p:spTree>
    <p:extLst>
      <p:ext uri="{BB962C8B-B14F-4D97-AF65-F5344CB8AC3E}">
        <p14:creationId xmlns:p14="http://schemas.microsoft.com/office/powerpoint/2010/main" val="3900156710"/>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21AE09E-697C-FC45-9E96-2E45E76886AB}"/>
              </a:ext>
            </a:extLst>
          </p:cNvPr>
          <p:cNvSpPr>
            <a:spLocks noGrp="1"/>
          </p:cNvSpPr>
          <p:nvPr>
            <p:ph type="title" hasCustomPrompt="1"/>
          </p:nvPr>
        </p:nvSpPr>
        <p:spPr>
          <a:xfrm>
            <a:off x="685800" y="987552"/>
            <a:ext cx="16234370" cy="886397"/>
          </a:xfrm>
          <a:prstGeom prst="rect">
            <a:avLst/>
          </a:prstGeom>
        </p:spPr>
        <p:txBody>
          <a:bodyPr lIns="0" tIns="0" rIns="0" bIns="0" anchor="t">
            <a:spAutoFit/>
          </a:bodyPr>
          <a:lstStyle>
            <a:lvl1pPr marL="0" marR="0" indent="0" algn="l" defTabSz="619125" rtl="0" latinLnBrk="0">
              <a:lnSpc>
                <a:spcPct val="90000"/>
              </a:lnSpc>
              <a:spcBef>
                <a:spcPts val="0"/>
              </a:spcBef>
              <a:spcAft>
                <a:spcPts val="0"/>
              </a:spcAft>
              <a:buClrTx/>
              <a:buSzTx/>
              <a:buFontTx/>
              <a:buNone/>
              <a:tabLst/>
              <a:defRPr lang="en-US" sz="3200" b="0" i="0" u="none" strike="noStrike" cap="none" spc="-150" baseline="0" dirty="0" smtClean="0">
                <a:solidFill>
                  <a:srgbClr val="000000"/>
                </a:solidFill>
                <a:uFillTx/>
                <a:latin typeface="+mj-lt"/>
                <a:ea typeface="Xfinity Brown"/>
                <a:cs typeface="Xfinity Brown"/>
                <a:sym typeface="Helvetica Neue"/>
              </a:defRPr>
            </a:lvl1pPr>
          </a:lstStyle>
          <a:p>
            <a:pPr lvl="0"/>
            <a:r>
              <a:rPr lang="en-US"/>
              <a:t>This is a slide title. Tracking set to ‘tight’. </a:t>
            </a:r>
            <a:br>
              <a:rPr lang="en-US"/>
            </a:br>
            <a:r>
              <a:rPr lang="en-US"/>
              <a:t>It shouldn’t exceed two lines.</a:t>
            </a:r>
          </a:p>
        </p:txBody>
      </p:sp>
      <p:sp>
        <p:nvSpPr>
          <p:cNvPr id="10" name="Text Placeholder 2">
            <a:extLst>
              <a:ext uri="{FF2B5EF4-FFF2-40B4-BE49-F238E27FC236}">
                <a16:creationId xmlns:a16="http://schemas.microsoft.com/office/drawing/2014/main" id="{E4AEF971-9BCB-1E42-9E22-F8D1F1044C95}"/>
              </a:ext>
            </a:extLst>
          </p:cNvPr>
          <p:cNvSpPr>
            <a:spLocks noGrp="1"/>
          </p:cNvSpPr>
          <p:nvPr>
            <p:ph type="body" sz="quarter" idx="25" hasCustomPrompt="1"/>
          </p:nvPr>
        </p:nvSpPr>
        <p:spPr>
          <a:xfrm>
            <a:off x="685800" y="685800"/>
            <a:ext cx="5486400" cy="166199"/>
          </a:xfrm>
          <a:prstGeom prst="rect">
            <a:avLst/>
          </a:prstGeom>
        </p:spPr>
        <p:txBody>
          <a:bodyPr wrap="square" lIns="0" tIns="0" rIns="0" bIns="0" anchor="ctr">
            <a:spAutoFit/>
          </a:bodyPr>
          <a:lstStyle>
            <a:lvl1pPr marL="0" indent="0" algn="l">
              <a:buNone/>
              <a:defRPr lang="en-US" sz="1200" b="0" cap="all" spc="200" baseline="0" dirty="0">
                <a:solidFill>
                  <a:schemeClr val="tx1"/>
                </a:solidFill>
                <a:latin typeface="+mj-lt"/>
                <a:ea typeface="Xfinity Brown"/>
                <a:cs typeface="Xfinity Brown"/>
              </a:defRPr>
            </a:lvl1pPr>
          </a:lstStyle>
          <a:p>
            <a:pPr lvl="0" algn="l"/>
            <a:r>
              <a:rPr lang="en-US"/>
              <a:t>DESCRIPTION EYEBROW</a:t>
            </a:r>
          </a:p>
        </p:txBody>
      </p:sp>
      <p:sp>
        <p:nvSpPr>
          <p:cNvPr id="13" name="Slide Number">
            <a:extLst>
              <a:ext uri="{FF2B5EF4-FFF2-40B4-BE49-F238E27FC236}">
                <a16:creationId xmlns:a16="http://schemas.microsoft.com/office/drawing/2014/main" id="{D6485339-55D3-9142-889B-D6759CABE72D}"/>
              </a:ext>
            </a:extLst>
          </p:cNvPr>
          <p:cNvSpPr txBox="1">
            <a:spLocks/>
          </p:cNvSpPr>
          <p:nvPr userDrawn="1"/>
        </p:nvSpPr>
        <p:spPr>
          <a:xfrm>
            <a:off x="16402050" y="9663198"/>
            <a:ext cx="1200150" cy="184666"/>
          </a:xfrm>
          <a:prstGeom prst="rect">
            <a:avLst/>
          </a:prstGeom>
        </p:spPr>
        <p:txBody>
          <a:bodyPr wrap="square" lIns="0" tIns="0" rIns="0" bIns="0" anchor="t">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19" name="Text Placeholder 5">
            <a:extLst>
              <a:ext uri="{FF2B5EF4-FFF2-40B4-BE49-F238E27FC236}">
                <a16:creationId xmlns:a16="http://schemas.microsoft.com/office/drawing/2014/main" id="{6007E547-B2BF-B24E-94E2-1EC0ED8D3569}"/>
              </a:ext>
            </a:extLst>
          </p:cNvPr>
          <p:cNvSpPr>
            <a:spLocks noGrp="1"/>
          </p:cNvSpPr>
          <p:nvPr>
            <p:ph type="body" sz="quarter" idx="26" hasCustomPrompt="1"/>
          </p:nvPr>
        </p:nvSpPr>
        <p:spPr>
          <a:xfrm>
            <a:off x="685802" y="2450592"/>
            <a:ext cx="8343898" cy="3119637"/>
          </a:xfrm>
          <a:prstGeom prst="rect">
            <a:avLst/>
          </a:prstGeom>
        </p:spPr>
        <p:txBody>
          <a:bodyPr lIns="0" tIns="0" rIns="0" bIns="0">
            <a:spAutoFit/>
          </a:bodyPr>
          <a:lstStyle>
            <a:lvl1pPr marL="285750" indent="-285750" algn="l">
              <a:lnSpc>
                <a:spcPct val="120000"/>
              </a:lnSpc>
              <a:spcBef>
                <a:spcPts val="6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1pPr>
            <a:lvl2pPr marL="411480" indent="-411480" algn="l">
              <a:spcBef>
                <a:spcPts val="9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latin typeface="Xfinity Brown Light" panose="02010404010101010103" pitchFamily="2" charset="77"/>
                <a:cs typeface="Xfinity Brown Light" panose="02010404010101010103" pitchFamily="2" charset="77"/>
              </a:defRPr>
            </a:lvl4pPr>
            <a:lvl5pPr marL="1663065" indent="-428625" algn="l">
              <a:spcBef>
                <a:spcPts val="900"/>
              </a:spcBef>
              <a:buFont typeface="System Font Regular"/>
              <a:buChar char="–"/>
              <a:defRPr lang="en-US" sz="1800" b="0" i="0" u="none" strike="noStrike" cap="none" spc="0" baseline="0" dirty="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Light at 1.2 line spacing. It should </a:t>
            </a:r>
            <a:br>
              <a:rPr lang="en-US"/>
            </a:br>
            <a:r>
              <a:rPr lang="en-US"/>
              <a:t>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br>
              <a:rPr lang="en-US"/>
            </a:b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br>
              <a:rPr lang="en-US"/>
            </a:b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r>
              <a:rPr lang="en-US" err="1"/>
              <a:t>congue</a:t>
            </a:r>
            <a:r>
              <a:rPr lang="en-US"/>
              <a:t>. </a:t>
            </a:r>
          </a:p>
          <a:p>
            <a:pPr lvl="0"/>
            <a:r>
              <a:rPr lang="en-US"/>
              <a:t>Bullet</a:t>
            </a:r>
          </a:p>
        </p:txBody>
      </p:sp>
      <p:sp>
        <p:nvSpPr>
          <p:cNvPr id="14" name="Slide Number">
            <a:extLst>
              <a:ext uri="{FF2B5EF4-FFF2-40B4-BE49-F238E27FC236}">
                <a16:creationId xmlns:a16="http://schemas.microsoft.com/office/drawing/2014/main" id="{4873915E-5350-0430-B811-6B06836B503F}"/>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2" name="Graphic 1">
            <a:extLst>
              <a:ext uri="{FF2B5EF4-FFF2-40B4-BE49-F238E27FC236}">
                <a16:creationId xmlns:a16="http://schemas.microsoft.com/office/drawing/2014/main" id="{8838F94D-EFA4-3183-5739-6B6E1AD51574}"/>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266584" y="9603896"/>
            <a:ext cx="896112" cy="303270"/>
          </a:xfrm>
          <a:prstGeom prst="rect">
            <a:avLst/>
          </a:prstGeom>
        </p:spPr>
      </p:pic>
    </p:spTree>
    <p:extLst>
      <p:ext uri="{BB962C8B-B14F-4D97-AF65-F5344CB8AC3E}">
        <p14:creationId xmlns:p14="http://schemas.microsoft.com/office/powerpoint/2010/main" val="3900156710"/>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lumn Sli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F343C3F-0B31-0043-8DED-28018FD60043}"/>
              </a:ext>
            </a:extLst>
          </p:cNvPr>
          <p:cNvSpPr>
            <a:spLocks noGrp="1"/>
          </p:cNvSpPr>
          <p:nvPr>
            <p:ph type="title" hasCustomPrompt="1"/>
          </p:nvPr>
        </p:nvSpPr>
        <p:spPr>
          <a:xfrm>
            <a:off x="685798" y="987552"/>
            <a:ext cx="16234370" cy="886397"/>
          </a:xfrm>
          <a:prstGeom prst="rect">
            <a:avLst/>
          </a:prstGeom>
        </p:spPr>
        <p:txBody>
          <a:bodyPr lIns="0" tIns="0" rIns="0" bIns="0" anchor="t">
            <a:spAutoFit/>
          </a:bodyPr>
          <a:lstStyle>
            <a:lvl1pPr marL="0" marR="0" indent="0" algn="l" defTabSz="619125" rtl="0" latinLnBrk="0">
              <a:lnSpc>
                <a:spcPct val="90000"/>
              </a:lnSpc>
              <a:spcBef>
                <a:spcPts val="0"/>
              </a:spcBef>
              <a:spcAft>
                <a:spcPts val="0"/>
              </a:spcAft>
              <a:buClrTx/>
              <a:buSzTx/>
              <a:buFontTx/>
              <a:buNone/>
              <a:tabLst/>
              <a:defRPr lang="en-US" sz="3200" b="0" i="0" u="none" strike="noStrike" cap="none" spc="-150" baseline="0" dirty="0" smtClean="0">
                <a:solidFill>
                  <a:srgbClr val="000000"/>
                </a:solidFill>
                <a:uFillTx/>
                <a:latin typeface="Xfinity Brown"/>
                <a:ea typeface="Xfinity Brown"/>
                <a:cs typeface="Xfinity Brown"/>
                <a:sym typeface="Helvetica Neue"/>
              </a:defRPr>
            </a:lvl1pPr>
          </a:lstStyle>
          <a:p>
            <a:r>
              <a:rPr lang="en-US"/>
              <a:t>This is a slide title. Tracking set to ‘tight’. </a:t>
            </a:r>
            <a:br>
              <a:rPr lang="en-US"/>
            </a:br>
            <a:r>
              <a:rPr lang="en-US"/>
              <a:t>It shouldn’t exceed two lines.</a:t>
            </a:r>
          </a:p>
        </p:txBody>
      </p:sp>
      <p:sp>
        <p:nvSpPr>
          <p:cNvPr id="13" name="Text Placeholder 2">
            <a:extLst>
              <a:ext uri="{FF2B5EF4-FFF2-40B4-BE49-F238E27FC236}">
                <a16:creationId xmlns:a16="http://schemas.microsoft.com/office/drawing/2014/main" id="{9C0A0041-E178-904B-B6E5-268856FAD7ED}"/>
              </a:ext>
            </a:extLst>
          </p:cNvPr>
          <p:cNvSpPr>
            <a:spLocks noGrp="1"/>
          </p:cNvSpPr>
          <p:nvPr>
            <p:ph type="body" sz="quarter" idx="25" hasCustomPrompt="1"/>
          </p:nvPr>
        </p:nvSpPr>
        <p:spPr>
          <a:xfrm>
            <a:off x="685798" y="685800"/>
            <a:ext cx="16234370" cy="166199"/>
          </a:xfrm>
          <a:prstGeom prst="rect">
            <a:avLst/>
          </a:prstGeom>
        </p:spPr>
        <p:txBody>
          <a:bodyPr lIns="0" tIns="0" rIns="0" bIns="0" anchor="t">
            <a:spAutoFit/>
          </a:bodyPr>
          <a:lstStyle>
            <a:lvl1pPr marL="0" indent="0" algn="l">
              <a:buNone/>
              <a:defRPr lang="en-US" sz="1200" b="0" cap="all" spc="200" baseline="0" dirty="0">
                <a:solidFill>
                  <a:schemeClr val="tx1"/>
                </a:solidFill>
                <a:latin typeface="Xfinity Brown"/>
                <a:ea typeface="Xfinity Brown"/>
                <a:cs typeface="Xfinity Brown"/>
              </a:defRPr>
            </a:lvl1pPr>
          </a:lstStyle>
          <a:p>
            <a:pPr lvl="0" algn="l"/>
            <a:r>
              <a:rPr lang="en-US"/>
              <a:t>Description eyebrow</a:t>
            </a:r>
          </a:p>
        </p:txBody>
      </p:sp>
      <p:sp>
        <p:nvSpPr>
          <p:cNvPr id="17" name="Slide Number">
            <a:extLst>
              <a:ext uri="{FF2B5EF4-FFF2-40B4-BE49-F238E27FC236}">
                <a16:creationId xmlns:a16="http://schemas.microsoft.com/office/drawing/2014/main" id="{32A0DB52-A470-0340-B59F-D438865AFD0D}"/>
              </a:ext>
            </a:extLst>
          </p:cNvPr>
          <p:cNvSpPr txBox="1">
            <a:spLocks/>
          </p:cNvSpPr>
          <p:nvPr userDrawn="1"/>
        </p:nvSpPr>
        <p:spPr>
          <a:xfrm>
            <a:off x="16402050" y="9663198"/>
            <a:ext cx="1200150" cy="184666"/>
          </a:xfrm>
          <a:prstGeom prst="rect">
            <a:avLst/>
          </a:prstGeom>
        </p:spPr>
        <p:txBody>
          <a:bodyPr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21" name="Text Placeholder 5">
            <a:extLst>
              <a:ext uri="{FF2B5EF4-FFF2-40B4-BE49-F238E27FC236}">
                <a16:creationId xmlns:a16="http://schemas.microsoft.com/office/drawing/2014/main" id="{258D18E2-A226-F046-BB6F-02AB8806EECB}"/>
              </a:ext>
            </a:extLst>
          </p:cNvPr>
          <p:cNvSpPr>
            <a:spLocks noGrp="1"/>
          </p:cNvSpPr>
          <p:nvPr>
            <p:ph type="body" sz="quarter" idx="26" hasCustomPrompt="1"/>
          </p:nvPr>
        </p:nvSpPr>
        <p:spPr>
          <a:xfrm>
            <a:off x="685800" y="2454090"/>
            <a:ext cx="6915147" cy="3784434"/>
          </a:xfrm>
          <a:prstGeom prst="rect">
            <a:avLst/>
          </a:prstGeom>
        </p:spPr>
        <p:txBody>
          <a:bodyPr lIns="0" tIns="0" rIns="0" bIns="0">
            <a:spAutoFit/>
          </a:bodyPr>
          <a:lstStyle>
            <a:lvl1pPr marL="283464" indent="-283464" algn="l">
              <a:lnSpc>
                <a:spcPct val="120000"/>
              </a:lnSpc>
              <a:spcBef>
                <a:spcPts val="600"/>
              </a:spcBef>
              <a:defRPr sz="1800" b="0" i="0">
                <a:latin typeface="Xfinity Brown Light" panose="02010404010101010103" pitchFamily="2" charset="77"/>
                <a:cs typeface="Xfinity Brown Light" panose="02010404010101010103" pitchFamily="2" charset="77"/>
              </a:defRPr>
            </a:lvl1pPr>
            <a:lvl2pPr marL="411480" indent="-411480" algn="l">
              <a:spcBef>
                <a:spcPts val="9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latin typeface="Xfinity Brown Light" panose="02010404010101010103" pitchFamily="2" charset="77"/>
                <a:cs typeface="Xfinity Brown Light" panose="02010404010101010103" pitchFamily="2" charset="77"/>
              </a:defRPr>
            </a:lvl4pPr>
            <a:lvl5pPr marL="1645920" indent="-411480" algn="l">
              <a:spcBef>
                <a:spcPts val="900"/>
              </a:spcBef>
              <a:buFont typeface="System Font Regular"/>
              <a:buChar char="–"/>
              <a:defRPr sz="1800" b="0" i="0">
                <a:latin typeface="Xfinity Brown Light" panose="02010404010101010103" pitchFamily="2" charset="77"/>
                <a:cs typeface="Xfinity Brown Light" panose="02010404010101010103" pitchFamily="2" charset="77"/>
              </a:defRPr>
            </a:lvl5pPr>
          </a:lstStyle>
          <a:p>
            <a:pPr lvl="0"/>
            <a:r>
              <a:rPr lang="en-US"/>
              <a:t>This is body copy set in Xfinity Brown Light at 1.2 line spacing. It should 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br>
              <a:rPr lang="en-US"/>
            </a:b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r>
              <a:rPr lang="en-US" err="1"/>
              <a:t>congue</a:t>
            </a:r>
            <a:r>
              <a:rPr lang="en-US"/>
              <a:t>. </a:t>
            </a:r>
          </a:p>
          <a:p>
            <a:pPr lvl="0"/>
            <a:r>
              <a:rPr lang="en-US"/>
              <a:t>Bullet</a:t>
            </a:r>
          </a:p>
        </p:txBody>
      </p:sp>
      <p:sp>
        <p:nvSpPr>
          <p:cNvPr id="22" name="Text Placeholder 5">
            <a:extLst>
              <a:ext uri="{FF2B5EF4-FFF2-40B4-BE49-F238E27FC236}">
                <a16:creationId xmlns:a16="http://schemas.microsoft.com/office/drawing/2014/main" id="{4419A683-EE38-0B4A-98C9-8C7A2C7CD0DA}"/>
              </a:ext>
            </a:extLst>
          </p:cNvPr>
          <p:cNvSpPr>
            <a:spLocks noGrp="1"/>
          </p:cNvSpPr>
          <p:nvPr>
            <p:ph type="body" sz="quarter" idx="31" hasCustomPrompt="1"/>
          </p:nvPr>
        </p:nvSpPr>
        <p:spPr>
          <a:xfrm>
            <a:off x="9258303" y="2454090"/>
            <a:ext cx="6915147" cy="3784434"/>
          </a:xfrm>
          <a:prstGeom prst="rect">
            <a:avLst/>
          </a:prstGeom>
        </p:spPr>
        <p:txBody>
          <a:bodyPr lIns="0" tIns="0" rIns="0" bIns="0">
            <a:spAutoFit/>
          </a:bodyPr>
          <a:lstStyle>
            <a:lvl1pPr marL="283464" indent="-283464" algn="l">
              <a:lnSpc>
                <a:spcPct val="120000"/>
              </a:lnSpc>
              <a:spcBef>
                <a:spcPts val="600"/>
              </a:spcBef>
              <a:defRPr sz="1800" b="0" i="0">
                <a:latin typeface="Xfinity Brown Light" panose="02010404010101010103" pitchFamily="2" charset="77"/>
                <a:cs typeface="Xfinity Brown Light" panose="02010404010101010103" pitchFamily="2" charset="77"/>
              </a:defRPr>
            </a:lvl1pPr>
            <a:lvl2pPr marL="411480" indent="-411480" algn="l">
              <a:spcBef>
                <a:spcPts val="9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2pPr>
            <a:lvl3pPr marL="840105" indent="-428625" algn="l">
              <a:spcBef>
                <a:spcPts val="900"/>
              </a:spcBef>
              <a:buFont typeface="System Font Regular"/>
              <a:buChar char="–"/>
              <a:defRPr sz="1800" b="0" i="0">
                <a:latin typeface="Xfinity Brown Light" panose="02010404010101010103" pitchFamily="2" charset="77"/>
                <a:cs typeface="Xfinity Brown Light" panose="02010404010101010103" pitchFamily="2" charset="77"/>
              </a:defRPr>
            </a:lvl3pPr>
            <a:lvl4pPr marL="1251585" indent="-428625" algn="l">
              <a:spcBef>
                <a:spcPts val="900"/>
              </a:spcBef>
              <a:buFont typeface="Courier New" panose="02070309020205020404" pitchFamily="49" charset="0"/>
              <a:buChar char="o"/>
              <a:defRPr sz="1800" b="0" i="0">
                <a:latin typeface="Xfinity Brown Light" panose="02010404010101010103" pitchFamily="2" charset="77"/>
                <a:cs typeface="Xfinity Brown Light" panose="02010404010101010103" pitchFamily="2" charset="77"/>
              </a:defRPr>
            </a:lvl4pPr>
            <a:lvl5pPr marL="1663065" indent="-428625" algn="l">
              <a:spcBef>
                <a:spcPts val="900"/>
              </a:spcBef>
              <a:buFont typeface="System Font Regular"/>
              <a:buChar char="–"/>
              <a:defRPr lang="en-US" sz="1800" b="0" i="0" u="none" strike="noStrike" cap="none" spc="0" baseline="0" dirty="0">
                <a:solidFill>
                  <a:srgbClr val="000000"/>
                </a:solidFill>
                <a:uFillTx/>
                <a:latin typeface="Xfinity Brown Light" panose="02010404010101010103" pitchFamily="2" charset="77"/>
                <a:ea typeface="Helvetica Neue"/>
                <a:cs typeface="Xfinity Brown Light" panose="02010404010101010103" pitchFamily="2" charset="77"/>
                <a:sym typeface="Helvetica Neue"/>
              </a:defRPr>
            </a:lvl5pPr>
          </a:lstStyle>
          <a:p>
            <a:pPr lvl="0"/>
            <a:r>
              <a:rPr lang="en-US"/>
              <a:t>This is body copy set in Xfinity Brown Light at 1.2 line spacing. It should be 18 pts normally but no smaller than 14 pts. </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Eu mi </a:t>
            </a:r>
            <a:r>
              <a:rPr lang="en-US" err="1"/>
              <a:t>bibendumneque</a:t>
            </a:r>
            <a:r>
              <a:rPr lang="en-US"/>
              <a:t> </a:t>
            </a:r>
            <a:r>
              <a:rPr lang="en-US" err="1"/>
              <a:t>egestas</a:t>
            </a:r>
            <a:r>
              <a:rPr lang="en-US"/>
              <a:t> </a:t>
            </a:r>
            <a:r>
              <a:rPr lang="en-US" err="1"/>
              <a:t>congue</a:t>
            </a:r>
            <a:r>
              <a:rPr lang="en-US"/>
              <a:t>. </a:t>
            </a:r>
            <a:r>
              <a:rPr lang="en-US" err="1"/>
              <a:t>Odio</a:t>
            </a:r>
            <a:r>
              <a:rPr lang="en-US"/>
              <a:t> </a:t>
            </a:r>
            <a:r>
              <a:rPr lang="en-US" err="1"/>
              <a:t>tempor</a:t>
            </a:r>
            <a:r>
              <a:rPr lang="en-US"/>
              <a:t> </a:t>
            </a:r>
            <a:r>
              <a:rPr lang="en-US" err="1"/>
              <a:t>orci</a:t>
            </a:r>
            <a:r>
              <a:rPr lang="en-US"/>
              <a:t> </a:t>
            </a:r>
            <a:r>
              <a:rPr lang="en-US" err="1"/>
              <a:t>dapibus</a:t>
            </a:r>
            <a:r>
              <a:rPr lang="en-US"/>
              <a:t> </a:t>
            </a:r>
            <a:r>
              <a:rPr lang="en-US" err="1"/>
              <a:t>ultrices</a:t>
            </a:r>
            <a:r>
              <a:rPr lang="en-US"/>
              <a:t> in. Purus non </a:t>
            </a:r>
            <a:r>
              <a:rPr lang="en-US" err="1"/>
              <a:t>enim</a:t>
            </a:r>
            <a:r>
              <a:rPr lang="en-US"/>
              <a:t> present </a:t>
            </a:r>
            <a:r>
              <a:rPr lang="en-US" err="1"/>
              <a:t>elementum</a:t>
            </a:r>
            <a:r>
              <a:rPr lang="en-US"/>
              <a:t> </a:t>
            </a:r>
            <a:r>
              <a:rPr lang="en-US" err="1"/>
              <a:t>facilisis</a:t>
            </a:r>
            <a:r>
              <a:rPr lang="en-US"/>
              <a:t> </a:t>
            </a:r>
            <a:r>
              <a:rPr lang="en-US" err="1"/>
              <a:t>leo</a:t>
            </a:r>
            <a:r>
              <a:rPr lang="en-US"/>
              <a:t> vel. Ipsum </a:t>
            </a:r>
            <a:r>
              <a:rPr lang="en-US" err="1"/>
              <a:t>faucibus</a:t>
            </a:r>
            <a:r>
              <a:rPr lang="en-US"/>
              <a:t> vitae </a:t>
            </a:r>
            <a:r>
              <a:rPr lang="en-US" err="1"/>
              <a:t>aliquet</a:t>
            </a:r>
            <a:r>
              <a:rPr lang="en-US"/>
              <a:t> </a:t>
            </a:r>
            <a:r>
              <a:rPr lang="en-US" err="1"/>
              <a:t>nec</a:t>
            </a:r>
            <a:r>
              <a:rPr lang="en-US"/>
              <a:t> </a:t>
            </a:r>
            <a:r>
              <a:rPr lang="en-US" err="1"/>
              <a:t>ullamcorper</a:t>
            </a:r>
            <a:r>
              <a:rPr lang="en-US"/>
              <a:t> sit </a:t>
            </a:r>
            <a:r>
              <a:rPr lang="en-US" err="1"/>
              <a:t>amet</a:t>
            </a:r>
            <a:r>
              <a:rPr lang="en-US"/>
              <a:t> </a:t>
            </a:r>
            <a:r>
              <a:rPr lang="en-US" err="1"/>
              <a:t>risus</a:t>
            </a:r>
            <a:r>
              <a:rPr lang="en-US"/>
              <a:t> </a:t>
            </a:r>
            <a:r>
              <a:rPr lang="en-US" err="1"/>
              <a:t>nullam</a:t>
            </a:r>
            <a:r>
              <a:rPr lang="en-US"/>
              <a:t>. Donec </a:t>
            </a:r>
            <a:r>
              <a:rPr lang="en-US" err="1"/>
              <a:t>pretium</a:t>
            </a:r>
            <a:r>
              <a:rPr lang="en-US"/>
              <a:t> </a:t>
            </a:r>
            <a:r>
              <a:rPr lang="en-US" err="1"/>
              <a:t>vulputate</a:t>
            </a:r>
            <a:r>
              <a:rPr lang="en-US"/>
              <a:t> </a:t>
            </a:r>
            <a:r>
              <a:rPr lang="en-US" err="1"/>
              <a:t>sapien</a:t>
            </a:r>
            <a:r>
              <a:rPr lang="en-US"/>
              <a:t> </a:t>
            </a:r>
            <a:r>
              <a:rPr lang="en-US" err="1"/>
              <a:t>nec</a:t>
            </a:r>
            <a:r>
              <a:rPr lang="en-US"/>
              <a:t> </a:t>
            </a:r>
            <a:r>
              <a:rPr lang="en-US" err="1"/>
              <a:t>sagittis</a:t>
            </a:r>
            <a:r>
              <a:rPr lang="en-US"/>
              <a:t> </a:t>
            </a:r>
            <a:r>
              <a:rPr lang="en-US" err="1"/>
              <a:t>aliquam</a:t>
            </a:r>
            <a:r>
              <a:rPr lang="en-US"/>
              <a:t>. </a:t>
            </a:r>
            <a:br>
              <a:rPr lang="en-US"/>
            </a:br>
            <a:r>
              <a:rPr lang="en-US" err="1"/>
              <a:t>Iaculis</a:t>
            </a:r>
            <a:r>
              <a:rPr lang="en-US"/>
              <a:t> </a:t>
            </a:r>
            <a:r>
              <a:rPr lang="en-US" err="1"/>
              <a:t>nunc</a:t>
            </a:r>
            <a:r>
              <a:rPr lang="en-US"/>
              <a:t> sed </a:t>
            </a:r>
            <a:r>
              <a:rPr lang="en-US" err="1"/>
              <a:t>augue</a:t>
            </a:r>
            <a:r>
              <a:rPr lang="en-US"/>
              <a:t> </a:t>
            </a:r>
            <a:r>
              <a:rPr lang="en-US" err="1"/>
              <a:t>lacus</a:t>
            </a:r>
            <a:r>
              <a:rPr lang="en-US"/>
              <a:t> </a:t>
            </a:r>
            <a:r>
              <a:rPr lang="en-US" err="1"/>
              <a:t>viverra</a:t>
            </a:r>
            <a:r>
              <a:rPr lang="en-US"/>
              <a:t> </a:t>
            </a:r>
            <a:r>
              <a:rPr lang="en-US" err="1"/>
              <a:t>congue</a:t>
            </a:r>
            <a:r>
              <a:rPr lang="en-US"/>
              <a:t>. </a:t>
            </a:r>
          </a:p>
          <a:p>
            <a:pPr lvl="0"/>
            <a:r>
              <a:rPr lang="en-US"/>
              <a:t>Bullet</a:t>
            </a:r>
          </a:p>
        </p:txBody>
      </p:sp>
      <p:sp>
        <p:nvSpPr>
          <p:cNvPr id="4" name="Slide Number">
            <a:extLst>
              <a:ext uri="{FF2B5EF4-FFF2-40B4-BE49-F238E27FC236}">
                <a16:creationId xmlns:a16="http://schemas.microsoft.com/office/drawing/2014/main" id="{96BD804B-ADA3-D6B6-48DA-393D1DFE3579}"/>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2" name="Graphic 1">
            <a:extLst>
              <a:ext uri="{FF2B5EF4-FFF2-40B4-BE49-F238E27FC236}">
                <a16:creationId xmlns:a16="http://schemas.microsoft.com/office/drawing/2014/main" id="{7265DFE5-F5DA-F581-B17D-36FDABF8B508}"/>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266584" y="9603896"/>
            <a:ext cx="896112" cy="303270"/>
          </a:xfrm>
          <a:prstGeom prst="rect">
            <a:avLst/>
          </a:prstGeom>
        </p:spPr>
      </p:pic>
    </p:spTree>
    <p:extLst>
      <p:ext uri="{BB962C8B-B14F-4D97-AF65-F5344CB8AC3E}">
        <p14:creationId xmlns:p14="http://schemas.microsoft.com/office/powerpoint/2010/main" val="4051988120"/>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w/ Image">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98AFFFC-1D82-173B-A7F9-2CA8DE7DC3F9}"/>
              </a:ext>
            </a:extLst>
          </p:cNvPr>
          <p:cNvSpPr>
            <a:spLocks noGrp="1"/>
          </p:cNvSpPr>
          <p:nvPr>
            <p:ph type="body" sz="quarter" idx="26" hasCustomPrompt="1"/>
          </p:nvPr>
        </p:nvSpPr>
        <p:spPr>
          <a:xfrm>
            <a:off x="683288" y="2454442"/>
            <a:ext cx="8022562" cy="3119637"/>
          </a:xfrm>
          <a:prstGeom prst="rect">
            <a:avLst/>
          </a:prstGeom>
        </p:spPr>
        <p:txBody>
          <a:bodyPr wrap="square" lIns="0" tIns="0" rIns="0" bIns="0">
            <a:spAutoFit/>
          </a:bodyPr>
          <a:lstStyle>
            <a:lvl1pPr algn="l">
              <a:lnSpc>
                <a:spcPct val="120000"/>
              </a:lnSpc>
              <a:spcBef>
                <a:spcPts val="600"/>
              </a:spcBef>
              <a:defRPr sz="1800" b="0" i="0">
                <a:latin typeface="Xfinity Brown Light" panose="02010404010101010103" pitchFamily="2" charset="77"/>
                <a:cs typeface="Xfinity Brown Light" panose="02010404010101010103" pitchFamily="2" charset="77"/>
              </a:defRPr>
            </a:lvl1pPr>
            <a:lvl2pPr marL="285750" indent="-285750" algn="l">
              <a:spcBef>
                <a:spcPts val="600"/>
              </a:spcBef>
              <a:buFont typeface="Arial" panose="020B0604020202020204" pitchFamily="34" charset="0"/>
              <a:buChar char="•"/>
              <a:defRPr sz="1800" b="0" i="0">
                <a:latin typeface="Xfinity Brown Light" panose="02010404010101010103" pitchFamily="2" charset="77"/>
                <a:cs typeface="Xfinity Brown Light" panose="02010404010101010103" pitchFamily="2" charset="77"/>
              </a:defRPr>
            </a:lvl2pPr>
            <a:lvl3pPr marL="560070" indent="-285750" algn="l">
              <a:lnSpc>
                <a:spcPct val="120000"/>
              </a:lnSpc>
              <a:spcBef>
                <a:spcPts val="600"/>
              </a:spcBef>
              <a:buFont typeface="Xfinity Brown" panose="02010504010101010104" pitchFamily="50" charset="0"/>
              <a:buChar char="–"/>
              <a:defRPr sz="1800" b="0" i="0">
                <a:latin typeface="Xfinity Brown Light" panose="02010404010101010103" pitchFamily="2" charset="77"/>
                <a:cs typeface="Xfinity Brown Light" panose="02010404010101010103" pitchFamily="2" charset="77"/>
              </a:defRPr>
            </a:lvl3pPr>
            <a:lvl4pPr marL="834390" indent="-285750" algn="l">
              <a:lnSpc>
                <a:spcPct val="120000"/>
              </a:lnSpc>
              <a:spcBef>
                <a:spcPts val="600"/>
              </a:spcBef>
              <a:buFont typeface="Xfinity Brown" panose="02010504010101010104" pitchFamily="50" charset="0"/>
              <a:buChar char="o"/>
              <a:defRPr sz="1800" b="0" i="0">
                <a:latin typeface="Xfinity Brown Light" panose="02010404010101010103" pitchFamily="2" charset="77"/>
                <a:cs typeface="Xfinity Brown Light" panose="02010404010101010103" pitchFamily="2" charset="77"/>
              </a:defRPr>
            </a:lvl4pPr>
            <a:lvl5pPr marL="1108710" indent="-285750" algn="l">
              <a:lnSpc>
                <a:spcPct val="120000"/>
              </a:lnSpc>
              <a:spcBef>
                <a:spcPts val="600"/>
              </a:spcBef>
              <a:buFont typeface="Xfinity Brown" panose="02010504010101010104" pitchFamily="50" charset="0"/>
              <a:buChar char="–"/>
              <a:defRPr lang="en-US" sz="1800" b="0" i="0" u="none" strike="noStrike" cap="none" spc="0" baseline="0" dirty="0">
                <a:solidFill>
                  <a:srgbClr val="000000"/>
                </a:solidFill>
                <a:uFillTx/>
                <a:latin typeface="Xfinity Brown Light" panose="02010404010101010103" pitchFamily="2" charset="77"/>
                <a:ea typeface="Xfinity Brown" panose="02010504010101010104" pitchFamily="50" charset="0"/>
                <a:cs typeface="Xfinity Brown Light" panose="02010404010101010103" pitchFamily="2" charset="77"/>
                <a:sym typeface="Xfinity Brown" panose="02010504010101010104" pitchFamily="50" charset="0"/>
              </a:defRPr>
            </a:lvl5pPr>
          </a:lstStyle>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This is body copy set in Xfinity Brown Light at 1.2 line spacing. It should be 18 pts normally but no smaller than 14 pts. </a:t>
            </a:r>
          </a:p>
          <a:p>
            <a:pPr marL="0" marR="0" lvl="1" indent="0" algn="l" defTabSz="412750" rtl="0" eaLnBrk="1" fontAlgn="auto" latinLnBrk="0" hangingPunct="1">
              <a:lnSpc>
                <a:spcPct val="120000"/>
              </a:lnSpc>
              <a:spcBef>
                <a:spcPts val="600"/>
              </a:spcBef>
              <a:spcAft>
                <a:spcPts val="0"/>
              </a:spcAft>
              <a:buClrTx/>
              <a:buSzTx/>
              <a:buNone/>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Lorem ipsum dolor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consectetur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adipiscing</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elit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do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eiusmod</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incididunt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labore et dolore magna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Eu mi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bibendumneque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egestas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Odio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tempor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orci</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dapibus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ultrices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in. Purus non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enim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present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elementum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facilisis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leo</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vel. Ipsum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faucibus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vitae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nec</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ullamcorper</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sit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amet</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risus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nullam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Donec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pretium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vulputate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sapien</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nec</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sagittis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aliquam</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Iaculis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nunc</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sed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augue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lacus</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viverra</a:t>
            </a:r>
            <a:r>
              <a:rPr lang="en-US" sz="1800" kern="0"/>
              <a:t> </a:t>
            </a:r>
            <a:r>
              <a:rPr kumimoji="0" lang="en-US" sz="1800" u="none" strike="noStrike" kern="0" cap="none" spc="0" normalizeH="0" baseline="0" noProof="0" err="1">
                <a:ln>
                  <a:noFill/>
                </a:ln>
                <a:solidFill>
                  <a:srgbClr val="000000"/>
                </a:solidFill>
                <a:effectLst/>
                <a:uLnTx/>
                <a:uFillTx/>
                <a:sym typeface="Xfinity Brown" panose="02010504010101010104" pitchFamily="50" charset="0"/>
              </a:rPr>
              <a:t>congue</a:t>
            </a:r>
            <a:r>
              <a:rPr kumimoji="0" lang="en-US" sz="1800" u="none" strike="noStrike" kern="0" cap="none" spc="0" normalizeH="0" baseline="0" noProof="0">
                <a:ln>
                  <a:noFill/>
                </a:ln>
                <a:solidFill>
                  <a:srgbClr val="000000"/>
                </a:solidFill>
                <a:effectLst/>
                <a:uLnTx/>
                <a:uFillTx/>
                <a:sym typeface="Xfinity Brown" panose="02010504010101010104" pitchFamily="50" charset="0"/>
              </a:rPr>
              <a:t>. </a:t>
            </a:r>
          </a:p>
          <a:p>
            <a:pPr marL="285750" marR="0" lvl="1" indent="-285750" algn="l" defTabSz="412750" rtl="0" eaLnBrk="1" fontAlgn="auto" latinLnBrk="0" hangingPunct="1">
              <a:lnSpc>
                <a:spcPct val="120000"/>
              </a:lnSpc>
              <a:spcBef>
                <a:spcPts val="600"/>
              </a:spcBef>
              <a:spcAft>
                <a:spcPts val="0"/>
              </a:spcAft>
              <a:buClrTx/>
              <a:buSzTx/>
              <a:tabLst/>
              <a:defRPr/>
            </a:pPr>
            <a:r>
              <a:rPr kumimoji="0" lang="en-US" sz="1800" u="none" strike="noStrike" kern="0" cap="none" spc="0" normalizeH="0" baseline="0" noProof="0">
                <a:ln>
                  <a:noFill/>
                </a:ln>
                <a:solidFill>
                  <a:srgbClr val="000000"/>
                </a:solidFill>
                <a:effectLst/>
                <a:uLnTx/>
                <a:uFillTx/>
                <a:sym typeface="Xfinity Brown" panose="02010504010101010104" pitchFamily="50" charset="0"/>
              </a:rPr>
              <a:t>Bullet</a:t>
            </a:r>
          </a:p>
        </p:txBody>
      </p:sp>
      <p:sp>
        <p:nvSpPr>
          <p:cNvPr id="8" name="Picture Placeholder 3">
            <a:extLst>
              <a:ext uri="{FF2B5EF4-FFF2-40B4-BE49-F238E27FC236}">
                <a16:creationId xmlns:a16="http://schemas.microsoft.com/office/drawing/2014/main" id="{A957FC0F-E2C6-3FB0-4E4D-D3841DB131E2}"/>
              </a:ext>
            </a:extLst>
          </p:cNvPr>
          <p:cNvSpPr>
            <a:spLocks noGrp="1"/>
          </p:cNvSpPr>
          <p:nvPr>
            <p:ph type="pic" sz="quarter" idx="27" hasCustomPrompt="1"/>
          </p:nvPr>
        </p:nvSpPr>
        <p:spPr>
          <a:xfrm>
            <a:off x="9258300" y="2454442"/>
            <a:ext cx="8335716" cy="6761748"/>
          </a:xfrm>
          <a:prstGeom prst="roundRect">
            <a:avLst>
              <a:gd name="adj" fmla="val 3394"/>
            </a:avLst>
          </a:prstGeom>
          <a:gradFill>
            <a:gsLst>
              <a:gs pos="0">
                <a:schemeClr val="accent2"/>
              </a:gs>
              <a:gs pos="100000">
                <a:schemeClr val="accent3"/>
              </a:gs>
            </a:gsLst>
            <a:lin ang="3000000" scaled="0"/>
          </a:gradFill>
        </p:spPr>
        <p:txBody>
          <a:bodyPr anchor="ctr">
            <a:normAutofit/>
          </a:bodyPr>
          <a:lstStyle>
            <a:lvl1pPr marL="0" indent="0" algn="ctr">
              <a:buNone/>
              <a:defRPr sz="1600">
                <a:solidFill>
                  <a:schemeClr val="bg1"/>
                </a:solidFill>
              </a:defRPr>
            </a:lvl1pPr>
          </a:lstStyle>
          <a:p>
            <a:r>
              <a:rPr lang="en-US"/>
              <a:t>Click here to add image</a:t>
            </a:r>
          </a:p>
        </p:txBody>
      </p:sp>
      <p:sp>
        <p:nvSpPr>
          <p:cNvPr id="7" name="Text Placeholder 8">
            <a:extLst>
              <a:ext uri="{FF2B5EF4-FFF2-40B4-BE49-F238E27FC236}">
                <a16:creationId xmlns:a16="http://schemas.microsoft.com/office/drawing/2014/main" id="{768CBCBE-9086-9EF3-806B-A1D9580460E0}"/>
              </a:ext>
            </a:extLst>
          </p:cNvPr>
          <p:cNvSpPr>
            <a:spLocks noGrp="1"/>
          </p:cNvSpPr>
          <p:nvPr>
            <p:ph type="body" sz="quarter" idx="13" hasCustomPrompt="1"/>
          </p:nvPr>
        </p:nvSpPr>
        <p:spPr>
          <a:xfrm>
            <a:off x="685800" y="685800"/>
            <a:ext cx="5486400" cy="166199"/>
          </a:xfrm>
        </p:spPr>
        <p:txBody>
          <a:bodyPr wrap="square" lIns="0" tIns="0" rIns="0" bIns="0">
            <a:spAutoFit/>
          </a:bodyPr>
          <a:lstStyle>
            <a:lvl1pPr marL="0" indent="0">
              <a:buNone/>
              <a:defRPr sz="1200" cap="all" spc="200" baseline="0">
                <a:solidFill>
                  <a:schemeClr val="tx1"/>
                </a:solidFill>
                <a:latin typeface="+mj-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4" name="Text Placeholder 6">
            <a:extLst>
              <a:ext uri="{FF2B5EF4-FFF2-40B4-BE49-F238E27FC236}">
                <a16:creationId xmlns:a16="http://schemas.microsoft.com/office/drawing/2014/main" id="{87E0192E-9C49-0E26-FEC2-1288C72B23FB}"/>
              </a:ext>
            </a:extLst>
          </p:cNvPr>
          <p:cNvSpPr>
            <a:spLocks noGrp="1"/>
          </p:cNvSpPr>
          <p:nvPr>
            <p:ph type="body" sz="quarter" idx="14" hasCustomPrompt="1"/>
          </p:nvPr>
        </p:nvSpPr>
        <p:spPr>
          <a:xfrm>
            <a:off x="685800" y="984379"/>
            <a:ext cx="14058900" cy="886397"/>
          </a:xfrm>
        </p:spPr>
        <p:txBody>
          <a:bodyPr wrap="square" lIns="0" tIns="0" rIns="0" bIns="0">
            <a:spAutoFit/>
          </a:bodyPr>
          <a:lstStyle>
            <a:lvl1pPr marL="0" indent="0">
              <a:spcBef>
                <a:spcPts val="0"/>
              </a:spcBef>
              <a:buNone/>
              <a:defRPr sz="3200" spc="-150"/>
            </a:lvl1pPr>
          </a:lstStyle>
          <a:p>
            <a:pPr lvl="0"/>
            <a:r>
              <a:rPr lang="en-US"/>
              <a:t>This is a slide title. Tracking set to ‘tight’. </a:t>
            </a:r>
            <a:br>
              <a:rPr lang="en-US"/>
            </a:br>
            <a:r>
              <a:rPr lang="en-US"/>
              <a:t>It shouldn’t exceed two lines.</a:t>
            </a:r>
          </a:p>
        </p:txBody>
      </p:sp>
      <p:sp>
        <p:nvSpPr>
          <p:cNvPr id="2" name="Slide Number">
            <a:extLst>
              <a:ext uri="{FF2B5EF4-FFF2-40B4-BE49-F238E27FC236}">
                <a16:creationId xmlns:a16="http://schemas.microsoft.com/office/drawing/2014/main" id="{65489269-3EB9-180D-64F7-BD2C7E09CBAF}"/>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5" name="Slide Number">
            <a:extLst>
              <a:ext uri="{FF2B5EF4-FFF2-40B4-BE49-F238E27FC236}">
                <a16:creationId xmlns:a16="http://schemas.microsoft.com/office/drawing/2014/main" id="{18ECF943-3836-72F0-CB1A-C9BC4CD23D04}"/>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9" name="Graphic 8">
            <a:extLst>
              <a:ext uri="{FF2B5EF4-FFF2-40B4-BE49-F238E27FC236}">
                <a16:creationId xmlns:a16="http://schemas.microsoft.com/office/drawing/2014/main" id="{8002C404-15B6-A1F2-EEB0-AC72CD12EA1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266584" y="9603896"/>
            <a:ext cx="896112" cy="303270"/>
          </a:xfrm>
          <a:prstGeom prst="rect">
            <a:avLst/>
          </a:prstGeom>
        </p:spPr>
      </p:pic>
    </p:spTree>
    <p:extLst>
      <p:ext uri="{BB962C8B-B14F-4D97-AF65-F5344CB8AC3E}">
        <p14:creationId xmlns:p14="http://schemas.microsoft.com/office/powerpoint/2010/main" val="4147763052"/>
      </p:ext>
    </p:extLst>
  </p:cSld>
  <p:clrMapOvr>
    <a:overrideClrMapping bg1="lt1" tx1="dk1" bg2="lt2" tx2="dk2" accent1="accent1" accent2="accent2" accent3="accent3" accent4="accent4" accent5="accent5" accent6="accent6" hlink="hlink" folHlink="folHlink"/>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Blank Slide">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4D8F88C4-B6BE-814A-A531-CC35DEE7A718}"/>
              </a:ext>
            </a:extLst>
          </p:cNvPr>
          <p:cNvSpPr>
            <a:spLocks noGrp="1"/>
          </p:cNvSpPr>
          <p:nvPr>
            <p:ph type="body" sz="quarter" idx="25" hasCustomPrompt="1"/>
          </p:nvPr>
        </p:nvSpPr>
        <p:spPr>
          <a:xfrm>
            <a:off x="686083" y="685800"/>
            <a:ext cx="5486117" cy="166199"/>
          </a:xfrm>
          <a:prstGeom prst="rect">
            <a:avLst/>
          </a:prstGeom>
        </p:spPr>
        <p:txBody>
          <a:bodyPr wrap="square" lIns="0" tIns="0" rIns="0" bIns="0" anchor="t">
            <a:spAutoFit/>
          </a:bodyPr>
          <a:lstStyle>
            <a:lvl1pPr marL="0" indent="0" algn="l">
              <a:buNone/>
              <a:defRPr lang="en-US" sz="1200" b="0" cap="all" spc="200" baseline="0" dirty="0">
                <a:solidFill>
                  <a:schemeClr val="tx1"/>
                </a:solidFill>
                <a:latin typeface="Xfinity Brown"/>
                <a:ea typeface="Xfinity Brown"/>
                <a:cs typeface="Xfinity Brown"/>
              </a:defRPr>
            </a:lvl1pPr>
          </a:lstStyle>
          <a:p>
            <a:pPr lvl="0" algn="l"/>
            <a:r>
              <a:rPr lang="en-US"/>
              <a:t>Description eyebrow</a:t>
            </a:r>
          </a:p>
        </p:txBody>
      </p:sp>
      <p:sp>
        <p:nvSpPr>
          <p:cNvPr id="8" name="Title 1">
            <a:extLst>
              <a:ext uri="{FF2B5EF4-FFF2-40B4-BE49-F238E27FC236}">
                <a16:creationId xmlns:a16="http://schemas.microsoft.com/office/drawing/2014/main" id="{F16EFA87-57AC-4F4E-A771-C346718EA2FD}"/>
              </a:ext>
            </a:extLst>
          </p:cNvPr>
          <p:cNvSpPr>
            <a:spLocks noGrp="1"/>
          </p:cNvSpPr>
          <p:nvPr>
            <p:ph type="title" hasCustomPrompt="1"/>
          </p:nvPr>
        </p:nvSpPr>
        <p:spPr>
          <a:xfrm>
            <a:off x="686083" y="987552"/>
            <a:ext cx="16234370" cy="886397"/>
          </a:xfrm>
          <a:prstGeom prst="rect">
            <a:avLst/>
          </a:prstGeom>
        </p:spPr>
        <p:txBody>
          <a:bodyPr lIns="0" tIns="0" rIns="0" bIns="0" anchor="t">
            <a:spAutoFit/>
          </a:bodyPr>
          <a:lstStyle>
            <a:lvl1pPr marL="0" marR="0" indent="0" algn="l" defTabSz="619125" rtl="0" latinLnBrk="0">
              <a:lnSpc>
                <a:spcPct val="90000"/>
              </a:lnSpc>
              <a:spcBef>
                <a:spcPts val="0"/>
              </a:spcBef>
              <a:spcAft>
                <a:spcPts val="0"/>
              </a:spcAft>
              <a:buClrTx/>
              <a:buSzTx/>
              <a:buFontTx/>
              <a:buNone/>
              <a:tabLst/>
              <a:defRPr lang="en-US" sz="3200" b="0" i="0" u="none" strike="noStrike" cap="none" spc="-150" baseline="0" dirty="0" smtClean="0">
                <a:solidFill>
                  <a:srgbClr val="000000"/>
                </a:solidFill>
                <a:uFillTx/>
                <a:latin typeface="Xfinity Brown"/>
                <a:ea typeface="Xfinity Brown"/>
                <a:cs typeface="Xfinity Brown"/>
                <a:sym typeface="Helvetica Neue"/>
              </a:defRPr>
            </a:lvl1pPr>
          </a:lstStyle>
          <a:p>
            <a:r>
              <a:rPr lang="en-US"/>
              <a:t>This is a slide title. Tracking set to ‘tight’.</a:t>
            </a:r>
            <a:br>
              <a:rPr lang="en-US"/>
            </a:br>
            <a:r>
              <a:rPr lang="en-US"/>
              <a:t>It shouldn’t exceed two lines.</a:t>
            </a:r>
          </a:p>
        </p:txBody>
      </p:sp>
      <p:sp>
        <p:nvSpPr>
          <p:cNvPr id="9" name="Slide Number">
            <a:extLst>
              <a:ext uri="{FF2B5EF4-FFF2-40B4-BE49-F238E27FC236}">
                <a16:creationId xmlns:a16="http://schemas.microsoft.com/office/drawing/2014/main" id="{0E803BF9-8BD9-D244-BB63-B2DF0831B477}"/>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200">
              <a:solidFill>
                <a:schemeClr val="bg2"/>
              </a:solidFill>
              <a:latin typeface="+mn-lt"/>
            </a:endParaRPr>
          </a:p>
        </p:txBody>
      </p:sp>
      <p:sp>
        <p:nvSpPr>
          <p:cNvPr id="13" name="Slide Number">
            <a:extLst>
              <a:ext uri="{FF2B5EF4-FFF2-40B4-BE49-F238E27FC236}">
                <a16:creationId xmlns:a16="http://schemas.microsoft.com/office/drawing/2014/main" id="{8B4A00DA-9E95-508B-5767-A5453409728B}"/>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2" name="Graphic 1">
            <a:extLst>
              <a:ext uri="{FF2B5EF4-FFF2-40B4-BE49-F238E27FC236}">
                <a16:creationId xmlns:a16="http://schemas.microsoft.com/office/drawing/2014/main" id="{BD7C1430-8ABE-EE4B-5966-6E4A37CB832A}"/>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266584" y="9603896"/>
            <a:ext cx="896112" cy="303270"/>
          </a:xfrm>
          <a:prstGeom prst="rect">
            <a:avLst/>
          </a:prstGeom>
        </p:spPr>
      </p:pic>
    </p:spTree>
    <p:extLst>
      <p:ext uri="{BB962C8B-B14F-4D97-AF65-F5344CB8AC3E}">
        <p14:creationId xmlns:p14="http://schemas.microsoft.com/office/powerpoint/2010/main" val="553230441"/>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ntro_White">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87F2D0C-5D3E-5468-DA71-8206F239AB6E}"/>
              </a:ext>
            </a:extLst>
          </p:cNvPr>
          <p:cNvSpPr>
            <a:spLocks noGrp="1"/>
          </p:cNvSpPr>
          <p:nvPr>
            <p:ph type="body" sz="quarter" idx="11" hasCustomPrompt="1"/>
          </p:nvPr>
        </p:nvSpPr>
        <p:spPr>
          <a:xfrm>
            <a:off x="685799" y="3284122"/>
            <a:ext cx="6915151" cy="2326791"/>
          </a:xfrm>
        </p:spPr>
        <p:txBody>
          <a:bodyPr wrap="square" lIns="0" tIns="0" rIns="0" bIns="0">
            <a:spAutoFit/>
          </a:bodyPr>
          <a:lstStyle>
            <a:lvl1pPr marL="0" indent="0">
              <a:spcBef>
                <a:spcPts val="0"/>
              </a:spcBef>
              <a:buNone/>
              <a:defRPr sz="8400" b="0" spc="-300">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Lorem ipsum dolor sit </a:t>
            </a:r>
            <a:r>
              <a:rPr lang="en-US" err="1"/>
              <a:t>amet</a:t>
            </a:r>
            <a:endParaRPr lang="en-US"/>
          </a:p>
        </p:txBody>
      </p:sp>
      <p:sp>
        <p:nvSpPr>
          <p:cNvPr id="3" name="Text Placeholder 4">
            <a:extLst>
              <a:ext uri="{FF2B5EF4-FFF2-40B4-BE49-F238E27FC236}">
                <a16:creationId xmlns:a16="http://schemas.microsoft.com/office/drawing/2014/main" id="{0C626B69-6E8C-F681-549B-582F41334DC5}"/>
              </a:ext>
            </a:extLst>
          </p:cNvPr>
          <p:cNvSpPr>
            <a:spLocks noGrp="1"/>
          </p:cNvSpPr>
          <p:nvPr>
            <p:ph type="body" sz="quarter" idx="15" hasCustomPrompt="1"/>
          </p:nvPr>
        </p:nvSpPr>
        <p:spPr>
          <a:xfrm>
            <a:off x="685799" y="976441"/>
            <a:ext cx="6915151" cy="443198"/>
          </a:xfrm>
        </p:spPr>
        <p:txBody>
          <a:bodyPr wrap="square" lIns="0" tIns="0" rIns="0" bIns="0">
            <a:spAutoFit/>
          </a:bodyPr>
          <a:lstStyle>
            <a:lvl1pPr marL="0" indent="0">
              <a:spcBef>
                <a:spcPts val="0"/>
              </a:spcBef>
              <a:buNone/>
              <a:defRPr sz="3200" b="0" spc="-1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Concept intro</a:t>
            </a:r>
          </a:p>
        </p:txBody>
      </p:sp>
      <p:sp>
        <p:nvSpPr>
          <p:cNvPr id="2" name="Text Placeholder 8">
            <a:extLst>
              <a:ext uri="{FF2B5EF4-FFF2-40B4-BE49-F238E27FC236}">
                <a16:creationId xmlns:a16="http://schemas.microsoft.com/office/drawing/2014/main" id="{AA322D94-C659-5066-DD05-FB53B639982A}"/>
              </a:ext>
            </a:extLst>
          </p:cNvPr>
          <p:cNvSpPr>
            <a:spLocks noGrp="1"/>
          </p:cNvSpPr>
          <p:nvPr>
            <p:ph type="body" sz="quarter" idx="12" hasCustomPrompt="1"/>
          </p:nvPr>
        </p:nvSpPr>
        <p:spPr>
          <a:xfrm>
            <a:off x="10687050" y="3284122"/>
            <a:ext cx="6915150" cy="5701882"/>
          </a:xfrm>
        </p:spPr>
        <p:txBody>
          <a:bodyPr wrap="square" lIns="0" tIns="0" rIns="0" bIns="0">
            <a:spAutoFit/>
          </a:bodyPr>
          <a:lstStyle>
            <a:lvl1pPr marL="0" indent="0">
              <a:lnSpc>
                <a:spcPct val="120000"/>
              </a:lnSpc>
              <a:spcBef>
                <a:spcPts val="600"/>
              </a:spcBef>
              <a:spcAft>
                <a:spcPts val="0"/>
              </a:spcAft>
              <a:buNone/>
              <a:defRPr sz="180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a:lnSpc>
                <a:spcPct val="120000"/>
              </a:lnSpc>
            </a:pPr>
            <a:r>
              <a:rPr lang="en-US">
                <a:solidFill>
                  <a:schemeClr val="tx1"/>
                </a:solidFill>
                <a:effectLst/>
                <a:latin typeface="Xfinity Brown Light" panose="02010404010101010103" pitchFamily="2" charset="77"/>
                <a:cs typeface="Xfinity Brown Light" panose="02010404010101010103" pitchFamily="2" charset="77"/>
              </a:rPr>
              <a:t>Lorem ipsum dolor sit </a:t>
            </a:r>
            <a:r>
              <a:rPr lang="en-US" err="1">
                <a:solidFill>
                  <a:schemeClr val="tx1"/>
                </a:solidFill>
                <a:effectLst/>
                <a:latin typeface="Xfinity Brown Light" panose="02010404010101010103" pitchFamily="2" charset="77"/>
                <a:cs typeface="Xfinity Brown Light" panose="02010404010101010103" pitchFamily="2" charset="77"/>
              </a:rPr>
              <a:t>amet</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consectetur</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adipiscing</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elit</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Aliquam</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condimentum</a:t>
            </a:r>
            <a:r>
              <a:rPr lang="en-US">
                <a:solidFill>
                  <a:schemeClr val="tx1"/>
                </a:solidFill>
                <a:effectLst/>
                <a:latin typeface="Xfinity Brown Light" panose="02010404010101010103" pitchFamily="2" charset="77"/>
                <a:cs typeface="Xfinity Brown Light" panose="02010404010101010103" pitchFamily="2" charset="77"/>
              </a:rPr>
              <a:t> in </a:t>
            </a:r>
            <a:r>
              <a:rPr lang="en-US" err="1">
                <a:solidFill>
                  <a:schemeClr val="tx1"/>
                </a:solidFill>
                <a:effectLst/>
                <a:latin typeface="Xfinity Brown Light" panose="02010404010101010103" pitchFamily="2" charset="77"/>
                <a:cs typeface="Xfinity Brown Light" panose="02010404010101010103" pitchFamily="2" charset="77"/>
              </a:rPr>
              <a:t>arcu</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ut</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ultrices</a:t>
            </a:r>
            <a:r>
              <a:rPr lang="en-US">
                <a:solidFill>
                  <a:schemeClr val="tx1"/>
                </a:solidFill>
                <a:effectLst/>
                <a:latin typeface="Xfinity Brown Light" panose="02010404010101010103" pitchFamily="2" charset="77"/>
                <a:cs typeface="Xfinity Brown Light" panose="02010404010101010103" pitchFamily="2" charset="77"/>
              </a:rPr>
              <a:t>. Morbi vel nisi </a:t>
            </a:r>
            <a:r>
              <a:rPr lang="en-US" err="1">
                <a:solidFill>
                  <a:schemeClr val="tx1"/>
                </a:solidFill>
                <a:effectLst/>
                <a:latin typeface="Xfinity Brown Light" panose="02010404010101010103" pitchFamily="2" charset="77"/>
                <a:cs typeface="Xfinity Brown Light" panose="02010404010101010103" pitchFamily="2" charset="77"/>
              </a:rPr>
              <a:t>leo</a:t>
            </a:r>
            <a:r>
              <a:rPr lang="en-US">
                <a:solidFill>
                  <a:schemeClr val="tx1"/>
                </a:solidFill>
                <a:effectLst/>
                <a:latin typeface="Xfinity Brown Light" panose="02010404010101010103" pitchFamily="2" charset="77"/>
                <a:cs typeface="Xfinity Brown Light" panose="02010404010101010103" pitchFamily="2" charset="77"/>
              </a:rPr>
              <a:t>. Duis </a:t>
            </a:r>
            <a:r>
              <a:rPr lang="en-US" err="1">
                <a:solidFill>
                  <a:schemeClr val="tx1"/>
                </a:solidFill>
                <a:effectLst/>
                <a:latin typeface="Xfinity Brown Light" panose="02010404010101010103" pitchFamily="2" charset="77"/>
                <a:cs typeface="Xfinity Brown Light" panose="02010404010101010103" pitchFamily="2" charset="77"/>
              </a:rPr>
              <a:t>ut</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volutpat</a:t>
            </a:r>
            <a:r>
              <a:rPr lang="en-US">
                <a:solidFill>
                  <a:schemeClr val="tx1"/>
                </a:solidFill>
                <a:effectLst/>
                <a:latin typeface="Xfinity Brown Light" panose="02010404010101010103" pitchFamily="2" charset="77"/>
                <a:cs typeface="Xfinity Brown Light" panose="02010404010101010103" pitchFamily="2" charset="77"/>
              </a:rPr>
              <a:t> dui. Integer </a:t>
            </a:r>
            <a:r>
              <a:rPr lang="en-US" err="1">
                <a:solidFill>
                  <a:schemeClr val="tx1"/>
                </a:solidFill>
                <a:effectLst/>
                <a:latin typeface="Xfinity Brown Light" panose="02010404010101010103" pitchFamily="2" charset="77"/>
                <a:cs typeface="Xfinity Brown Light" panose="02010404010101010103" pitchFamily="2" charset="77"/>
              </a:rPr>
              <a:t>tincidunt</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congue</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leo</a:t>
            </a:r>
            <a:r>
              <a:rPr lang="en-US">
                <a:solidFill>
                  <a:schemeClr val="tx1"/>
                </a:solidFill>
                <a:effectLst/>
                <a:latin typeface="Xfinity Brown Light" panose="02010404010101010103" pitchFamily="2" charset="77"/>
                <a:cs typeface="Xfinity Brown Light" panose="02010404010101010103" pitchFamily="2" charset="77"/>
              </a:rPr>
              <a:t> ac </a:t>
            </a:r>
            <a:r>
              <a:rPr lang="en-US" err="1">
                <a:solidFill>
                  <a:schemeClr val="tx1"/>
                </a:solidFill>
                <a:effectLst/>
                <a:latin typeface="Xfinity Brown Light" panose="02010404010101010103" pitchFamily="2" charset="77"/>
                <a:cs typeface="Xfinity Brown Light" panose="02010404010101010103" pitchFamily="2" charset="77"/>
              </a:rPr>
              <a:t>bibendum</a:t>
            </a:r>
            <a:r>
              <a:rPr lang="en-US">
                <a:solidFill>
                  <a:schemeClr val="tx1"/>
                </a:solidFill>
                <a:effectLst/>
                <a:latin typeface="Xfinity Brown Light" panose="02010404010101010103" pitchFamily="2" charset="77"/>
                <a:cs typeface="Xfinity Brown Light" panose="02010404010101010103" pitchFamily="2" charset="77"/>
              </a:rPr>
              <a:t>. Vestibulum </a:t>
            </a:r>
            <a:r>
              <a:rPr lang="en-US" err="1">
                <a:solidFill>
                  <a:schemeClr val="tx1"/>
                </a:solidFill>
                <a:effectLst/>
                <a:latin typeface="Xfinity Brown Light" panose="02010404010101010103" pitchFamily="2" charset="77"/>
                <a:cs typeface="Xfinity Brown Light" panose="02010404010101010103" pitchFamily="2" charset="77"/>
              </a:rPr>
              <a:t>eu</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tincidunt</a:t>
            </a:r>
            <a:r>
              <a:rPr lang="en-US">
                <a:solidFill>
                  <a:schemeClr val="tx1"/>
                </a:solidFill>
                <a:effectLst/>
                <a:latin typeface="Xfinity Brown Light" panose="02010404010101010103" pitchFamily="2" charset="77"/>
                <a:cs typeface="Xfinity Brown Light" panose="02010404010101010103" pitchFamily="2" charset="77"/>
              </a:rPr>
              <a:t> libero. </a:t>
            </a:r>
            <a:r>
              <a:rPr lang="en-US" err="1">
                <a:solidFill>
                  <a:schemeClr val="tx1"/>
                </a:solidFill>
                <a:effectLst/>
                <a:latin typeface="Xfinity Brown Light" panose="02010404010101010103" pitchFamily="2" charset="77"/>
                <a:cs typeface="Xfinity Brown Light" panose="02010404010101010103" pitchFamily="2" charset="77"/>
              </a:rPr>
              <a:t>Etiam</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posuere</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enim</a:t>
            </a:r>
            <a:r>
              <a:rPr lang="en-US">
                <a:solidFill>
                  <a:schemeClr val="tx1"/>
                </a:solidFill>
                <a:effectLst/>
                <a:latin typeface="Xfinity Brown Light" panose="02010404010101010103" pitchFamily="2" charset="77"/>
                <a:cs typeface="Xfinity Brown Light" panose="02010404010101010103" pitchFamily="2" charset="77"/>
              </a:rPr>
              <a:t> sit </a:t>
            </a:r>
            <a:r>
              <a:rPr lang="en-US" err="1">
                <a:solidFill>
                  <a:schemeClr val="tx1"/>
                </a:solidFill>
                <a:effectLst/>
                <a:latin typeface="Xfinity Brown Light" panose="02010404010101010103" pitchFamily="2" charset="77"/>
                <a:cs typeface="Xfinity Brown Light" panose="02010404010101010103" pitchFamily="2" charset="77"/>
              </a:rPr>
              <a:t>amet</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pretium</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varius</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Phasellus</a:t>
            </a:r>
            <a:r>
              <a:rPr lang="en-US">
                <a:solidFill>
                  <a:schemeClr val="tx1"/>
                </a:solidFill>
                <a:effectLst/>
                <a:latin typeface="Xfinity Brown Light" panose="02010404010101010103" pitchFamily="2" charset="77"/>
                <a:cs typeface="Xfinity Brown Light" panose="02010404010101010103" pitchFamily="2" charset="77"/>
              </a:rPr>
              <a:t> vel </a:t>
            </a:r>
            <a:r>
              <a:rPr lang="en-US" err="1">
                <a:solidFill>
                  <a:schemeClr val="tx1"/>
                </a:solidFill>
                <a:effectLst/>
                <a:latin typeface="Xfinity Brown Light" panose="02010404010101010103" pitchFamily="2" charset="77"/>
                <a:cs typeface="Xfinity Brown Light" panose="02010404010101010103" pitchFamily="2" charset="77"/>
              </a:rPr>
              <a:t>massa</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massa</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Pellentesque</a:t>
            </a:r>
            <a:r>
              <a:rPr lang="en-US">
                <a:solidFill>
                  <a:schemeClr val="tx1"/>
                </a:solidFill>
                <a:effectLst/>
                <a:latin typeface="Xfinity Brown Light" panose="02010404010101010103" pitchFamily="2" charset="77"/>
                <a:cs typeface="Xfinity Brown Light" panose="02010404010101010103" pitchFamily="2" charset="77"/>
              </a:rPr>
              <a:t> sed </a:t>
            </a:r>
            <a:r>
              <a:rPr lang="en-US" err="1">
                <a:solidFill>
                  <a:schemeClr val="tx1"/>
                </a:solidFill>
                <a:effectLst/>
                <a:latin typeface="Xfinity Brown Light" panose="02010404010101010103" pitchFamily="2" charset="77"/>
                <a:cs typeface="Xfinity Brown Light" panose="02010404010101010103" pitchFamily="2" charset="77"/>
              </a:rPr>
              <a:t>turpis</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eu</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tellus</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consequat</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rutrum</a:t>
            </a:r>
            <a:r>
              <a:rPr lang="en-US">
                <a:solidFill>
                  <a:schemeClr val="tx1"/>
                </a:solidFill>
                <a:effectLst/>
                <a:latin typeface="Xfinity Brown Light" panose="02010404010101010103" pitchFamily="2" charset="77"/>
                <a:cs typeface="Xfinity Brown Light" panose="02010404010101010103" pitchFamily="2" charset="77"/>
              </a:rPr>
              <a:t>. Nunc </a:t>
            </a:r>
            <a:r>
              <a:rPr lang="en-US" err="1">
                <a:solidFill>
                  <a:schemeClr val="tx1"/>
                </a:solidFill>
                <a:effectLst/>
                <a:latin typeface="Xfinity Brown Light" panose="02010404010101010103" pitchFamily="2" charset="77"/>
                <a:cs typeface="Xfinity Brown Light" panose="02010404010101010103" pitchFamily="2" charset="77"/>
              </a:rPr>
              <a:t>tincidunt</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nisl</a:t>
            </a:r>
            <a:r>
              <a:rPr lang="en-US">
                <a:solidFill>
                  <a:schemeClr val="tx1"/>
                </a:solidFill>
                <a:effectLst/>
                <a:latin typeface="Xfinity Brown Light" panose="02010404010101010103" pitchFamily="2" charset="77"/>
                <a:cs typeface="Xfinity Brown Light" panose="02010404010101010103" pitchFamily="2" charset="77"/>
              </a:rPr>
              <a:t> non </a:t>
            </a:r>
            <a:r>
              <a:rPr lang="en-US" err="1">
                <a:solidFill>
                  <a:schemeClr val="tx1"/>
                </a:solidFill>
                <a:effectLst/>
                <a:latin typeface="Xfinity Brown Light" panose="02010404010101010103" pitchFamily="2" charset="77"/>
                <a:cs typeface="Xfinity Brown Light" panose="02010404010101010103" pitchFamily="2" charset="77"/>
              </a:rPr>
              <a:t>est</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varius</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egestas</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Suspendisse</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efficitur</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commodo</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turpis</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eget</a:t>
            </a:r>
            <a:r>
              <a:rPr lang="en-US">
                <a:solidFill>
                  <a:schemeClr val="tx1"/>
                </a:solidFill>
                <a:effectLst/>
                <a:latin typeface="Xfinity Brown Light" panose="02010404010101010103" pitchFamily="2" charset="77"/>
                <a:cs typeface="Xfinity Brown Light" panose="02010404010101010103" pitchFamily="2" charset="77"/>
              </a:rPr>
              <a:t> fermentum. </a:t>
            </a:r>
            <a:r>
              <a:rPr lang="en-US" err="1">
                <a:solidFill>
                  <a:schemeClr val="tx1"/>
                </a:solidFill>
                <a:effectLst/>
                <a:latin typeface="Xfinity Brown Light" panose="02010404010101010103" pitchFamily="2" charset="77"/>
                <a:cs typeface="Xfinity Brown Light" panose="02010404010101010103" pitchFamily="2" charset="77"/>
              </a:rPr>
              <a:t>Praesent</a:t>
            </a:r>
            <a:r>
              <a:rPr lang="en-US">
                <a:solidFill>
                  <a:schemeClr val="tx1"/>
                </a:solidFill>
                <a:effectLst/>
                <a:latin typeface="Xfinity Brown Light" panose="02010404010101010103" pitchFamily="2" charset="77"/>
                <a:cs typeface="Xfinity Brown Light" panose="02010404010101010103" pitchFamily="2" charset="77"/>
              </a:rPr>
              <a:t> vel </a:t>
            </a:r>
            <a:r>
              <a:rPr lang="en-US" err="1">
                <a:solidFill>
                  <a:schemeClr val="tx1"/>
                </a:solidFill>
                <a:effectLst/>
                <a:latin typeface="Xfinity Brown Light" panose="02010404010101010103" pitchFamily="2" charset="77"/>
                <a:cs typeface="Xfinity Brown Light" panose="02010404010101010103" pitchFamily="2" charset="77"/>
              </a:rPr>
              <a:t>ornare</a:t>
            </a:r>
            <a:r>
              <a:rPr lang="en-US">
                <a:solidFill>
                  <a:schemeClr val="tx1"/>
                </a:solidFill>
                <a:effectLst/>
                <a:latin typeface="Xfinity Brown Light" panose="02010404010101010103" pitchFamily="2" charset="77"/>
                <a:cs typeface="Xfinity Brown Light" panose="02010404010101010103" pitchFamily="2" charset="77"/>
              </a:rPr>
              <a:t> libero.</a:t>
            </a:r>
          </a:p>
          <a:p>
            <a:pPr>
              <a:lnSpc>
                <a:spcPct val="120000"/>
              </a:lnSpc>
            </a:pPr>
            <a:r>
              <a:rPr lang="en-US" err="1">
                <a:solidFill>
                  <a:schemeClr val="tx1"/>
                </a:solidFill>
                <a:effectLst/>
                <a:latin typeface="Xfinity Brown Light" panose="02010404010101010103" pitchFamily="2" charset="77"/>
                <a:cs typeface="Xfinity Brown Light" panose="02010404010101010103" pitchFamily="2" charset="77"/>
              </a:rPr>
              <a:t>Etiam</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pellentesque</a:t>
            </a:r>
            <a:r>
              <a:rPr lang="en-US">
                <a:solidFill>
                  <a:schemeClr val="tx1"/>
                </a:solidFill>
                <a:effectLst/>
                <a:latin typeface="Xfinity Brown Light" panose="02010404010101010103" pitchFamily="2" charset="77"/>
                <a:cs typeface="Xfinity Brown Light" panose="02010404010101010103" pitchFamily="2" charset="77"/>
              </a:rPr>
              <a:t> non magna </a:t>
            </a:r>
            <a:r>
              <a:rPr lang="en-US" err="1">
                <a:solidFill>
                  <a:schemeClr val="tx1"/>
                </a:solidFill>
                <a:effectLst/>
                <a:latin typeface="Xfinity Brown Light" panose="02010404010101010103" pitchFamily="2" charset="77"/>
                <a:cs typeface="Xfinity Brown Light" panose="02010404010101010103" pitchFamily="2" charset="77"/>
              </a:rPr>
              <a:t>ut</a:t>
            </a:r>
            <a:r>
              <a:rPr lang="en-US">
                <a:solidFill>
                  <a:schemeClr val="tx1"/>
                </a:solidFill>
                <a:effectLst/>
                <a:latin typeface="Xfinity Brown Light" panose="02010404010101010103" pitchFamily="2" charset="77"/>
                <a:cs typeface="Xfinity Brown Light" panose="02010404010101010103" pitchFamily="2" charset="77"/>
              </a:rPr>
              <a:t> semper. Vestibulum </a:t>
            </a:r>
            <a:r>
              <a:rPr lang="en-US" err="1">
                <a:solidFill>
                  <a:schemeClr val="tx1"/>
                </a:solidFill>
                <a:effectLst/>
                <a:latin typeface="Xfinity Brown Light" panose="02010404010101010103" pitchFamily="2" charset="77"/>
                <a:cs typeface="Xfinity Brown Light" panose="02010404010101010103" pitchFamily="2" charset="77"/>
              </a:rPr>
              <a:t>vehicula</a:t>
            </a:r>
            <a:r>
              <a:rPr lang="en-US">
                <a:solidFill>
                  <a:schemeClr val="tx1"/>
                </a:solidFill>
                <a:effectLst/>
                <a:latin typeface="Xfinity Brown Light" panose="02010404010101010103" pitchFamily="2" charset="77"/>
                <a:cs typeface="Xfinity Brown Light" panose="02010404010101010103" pitchFamily="2" charset="77"/>
              </a:rPr>
              <a:t> tempus </a:t>
            </a:r>
            <a:r>
              <a:rPr lang="en-US" err="1">
                <a:solidFill>
                  <a:schemeClr val="tx1"/>
                </a:solidFill>
                <a:effectLst/>
                <a:latin typeface="Xfinity Brown Light" panose="02010404010101010103" pitchFamily="2" charset="77"/>
                <a:cs typeface="Xfinity Brown Light" panose="02010404010101010103" pitchFamily="2" charset="77"/>
              </a:rPr>
              <a:t>sapien</a:t>
            </a:r>
            <a:r>
              <a:rPr lang="en-US">
                <a:solidFill>
                  <a:schemeClr val="tx1"/>
                </a:solidFill>
                <a:effectLst/>
                <a:latin typeface="Xfinity Brown Light" panose="02010404010101010103" pitchFamily="2" charset="77"/>
                <a:cs typeface="Xfinity Brown Light" panose="02010404010101010103" pitchFamily="2" charset="77"/>
              </a:rPr>
              <a:t>, sit </a:t>
            </a:r>
            <a:r>
              <a:rPr lang="en-US" err="1">
                <a:solidFill>
                  <a:schemeClr val="tx1"/>
                </a:solidFill>
                <a:effectLst/>
                <a:latin typeface="Xfinity Brown Light" panose="02010404010101010103" pitchFamily="2" charset="77"/>
                <a:cs typeface="Xfinity Brown Light" panose="02010404010101010103" pitchFamily="2" charset="77"/>
              </a:rPr>
              <a:t>amet</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vehicula</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felis</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ornare</a:t>
            </a:r>
            <a:r>
              <a:rPr lang="en-US">
                <a:solidFill>
                  <a:schemeClr val="tx1"/>
                </a:solidFill>
                <a:effectLst/>
                <a:latin typeface="Xfinity Brown Light" panose="02010404010101010103" pitchFamily="2" charset="77"/>
                <a:cs typeface="Xfinity Brown Light" panose="02010404010101010103" pitchFamily="2" charset="77"/>
              </a:rPr>
              <a:t> pulvinar. </a:t>
            </a:r>
            <a:r>
              <a:rPr lang="en-US" err="1">
                <a:solidFill>
                  <a:schemeClr val="tx1"/>
                </a:solidFill>
                <a:effectLst/>
                <a:latin typeface="Xfinity Brown Light" panose="02010404010101010103" pitchFamily="2" charset="77"/>
                <a:cs typeface="Xfinity Brown Light" panose="02010404010101010103" pitchFamily="2" charset="77"/>
              </a:rPr>
              <a:t>Phasellus</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urna</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quam</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facilisis</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eget</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blandit</a:t>
            </a:r>
            <a:r>
              <a:rPr lang="en-US">
                <a:solidFill>
                  <a:schemeClr val="tx1"/>
                </a:solidFill>
                <a:effectLst/>
                <a:latin typeface="Xfinity Brown Light" panose="02010404010101010103" pitchFamily="2" charset="77"/>
                <a:cs typeface="Xfinity Brown Light" panose="02010404010101010103" pitchFamily="2" charset="77"/>
              </a:rPr>
              <a:t> vitae, </a:t>
            </a:r>
            <a:r>
              <a:rPr lang="en-US" err="1">
                <a:solidFill>
                  <a:schemeClr val="tx1"/>
                </a:solidFill>
                <a:effectLst/>
                <a:latin typeface="Xfinity Brown Light" panose="02010404010101010103" pitchFamily="2" charset="77"/>
                <a:cs typeface="Xfinity Brown Light" panose="02010404010101010103" pitchFamily="2" charset="77"/>
              </a:rPr>
              <a:t>mattis</a:t>
            </a:r>
            <a:r>
              <a:rPr lang="en-US">
                <a:solidFill>
                  <a:schemeClr val="tx1"/>
                </a:solidFill>
                <a:effectLst/>
                <a:latin typeface="Xfinity Brown Light" panose="02010404010101010103" pitchFamily="2" charset="77"/>
                <a:cs typeface="Xfinity Brown Light" panose="02010404010101010103" pitchFamily="2" charset="77"/>
              </a:rPr>
              <a:t> id </a:t>
            </a:r>
            <a:r>
              <a:rPr lang="en-US" err="1">
                <a:solidFill>
                  <a:schemeClr val="tx1"/>
                </a:solidFill>
                <a:effectLst/>
                <a:latin typeface="Xfinity Brown Light" panose="02010404010101010103" pitchFamily="2" charset="77"/>
                <a:cs typeface="Xfinity Brown Light" panose="02010404010101010103" pitchFamily="2" charset="77"/>
              </a:rPr>
              <a:t>lacus</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Fusce</a:t>
            </a:r>
            <a:r>
              <a:rPr lang="en-US">
                <a:solidFill>
                  <a:schemeClr val="tx1"/>
                </a:solidFill>
                <a:effectLst/>
                <a:latin typeface="Xfinity Brown Light" panose="02010404010101010103" pitchFamily="2" charset="77"/>
                <a:cs typeface="Xfinity Brown Light" panose="02010404010101010103" pitchFamily="2" charset="77"/>
              </a:rPr>
              <a:t> sed </a:t>
            </a:r>
            <a:r>
              <a:rPr lang="en-US" err="1">
                <a:solidFill>
                  <a:schemeClr val="tx1"/>
                </a:solidFill>
                <a:effectLst/>
                <a:latin typeface="Xfinity Brown Light" panose="02010404010101010103" pitchFamily="2" charset="77"/>
                <a:cs typeface="Xfinity Brown Light" panose="02010404010101010103" pitchFamily="2" charset="77"/>
              </a:rPr>
              <a:t>lobortis</a:t>
            </a:r>
            <a:r>
              <a:rPr lang="en-US">
                <a:solidFill>
                  <a:schemeClr val="tx1"/>
                </a:solidFill>
                <a:effectLst/>
                <a:latin typeface="Xfinity Brown Light" panose="02010404010101010103" pitchFamily="2" charset="77"/>
                <a:cs typeface="Xfinity Brown Light" panose="02010404010101010103" pitchFamily="2" charset="77"/>
              </a:rPr>
              <a:t> est. Ut convallis, ipsum et lacinia </a:t>
            </a:r>
            <a:r>
              <a:rPr lang="en-US" err="1">
                <a:solidFill>
                  <a:schemeClr val="tx1"/>
                </a:solidFill>
                <a:effectLst/>
                <a:latin typeface="Xfinity Brown Light" panose="02010404010101010103" pitchFamily="2" charset="77"/>
                <a:cs typeface="Xfinity Brown Light" panose="02010404010101010103" pitchFamily="2" charset="77"/>
              </a:rPr>
              <a:t>congue</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leo</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nisl</a:t>
            </a:r>
            <a:r>
              <a:rPr lang="en-US">
                <a:solidFill>
                  <a:schemeClr val="tx1"/>
                </a:solidFill>
                <a:effectLst/>
                <a:latin typeface="Xfinity Brown Light" panose="02010404010101010103" pitchFamily="2" charset="77"/>
                <a:cs typeface="Xfinity Brown Light" panose="02010404010101010103" pitchFamily="2" charset="77"/>
              </a:rPr>
              <a:t> tempus </a:t>
            </a:r>
            <a:r>
              <a:rPr lang="en-US" err="1">
                <a:solidFill>
                  <a:schemeClr val="tx1"/>
                </a:solidFill>
                <a:effectLst/>
                <a:latin typeface="Xfinity Brown Light" panose="02010404010101010103" pitchFamily="2" charset="77"/>
                <a:cs typeface="Xfinity Brown Light" panose="02010404010101010103" pitchFamily="2" charset="77"/>
              </a:rPr>
              <a:t>nibh</a:t>
            </a:r>
            <a:r>
              <a:rPr lang="en-US">
                <a:solidFill>
                  <a:schemeClr val="tx1"/>
                </a:solidFill>
                <a:effectLst/>
                <a:latin typeface="Xfinity Brown Light" panose="02010404010101010103" pitchFamily="2" charset="77"/>
                <a:cs typeface="Xfinity Brown Light" panose="02010404010101010103" pitchFamily="2" charset="77"/>
              </a:rPr>
              <a:t>, non </a:t>
            </a:r>
            <a:r>
              <a:rPr lang="en-US" err="1">
                <a:solidFill>
                  <a:schemeClr val="tx1"/>
                </a:solidFill>
                <a:effectLst/>
                <a:latin typeface="Xfinity Brown Light" panose="02010404010101010103" pitchFamily="2" charset="77"/>
                <a:cs typeface="Xfinity Brown Light" panose="02010404010101010103" pitchFamily="2" charset="77"/>
              </a:rPr>
              <a:t>consectetur</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tortor</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massa</a:t>
            </a:r>
            <a:r>
              <a:rPr lang="en-US">
                <a:solidFill>
                  <a:schemeClr val="tx1"/>
                </a:solidFill>
                <a:effectLst/>
                <a:latin typeface="Xfinity Brown Light" panose="02010404010101010103" pitchFamily="2" charset="77"/>
                <a:cs typeface="Xfinity Brown Light" panose="02010404010101010103" pitchFamily="2" charset="77"/>
              </a:rPr>
              <a:t> sed </a:t>
            </a:r>
            <a:r>
              <a:rPr lang="en-US" err="1">
                <a:solidFill>
                  <a:schemeClr val="tx1"/>
                </a:solidFill>
                <a:effectLst/>
                <a:latin typeface="Xfinity Brown Light" panose="02010404010101010103" pitchFamily="2" charset="77"/>
                <a:cs typeface="Xfinity Brown Light" panose="02010404010101010103" pitchFamily="2" charset="77"/>
              </a:rPr>
              <a:t>tortor</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Nullam</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condimentum</a:t>
            </a:r>
            <a:r>
              <a:rPr lang="en-US">
                <a:solidFill>
                  <a:schemeClr val="tx1"/>
                </a:solidFill>
                <a:effectLst/>
                <a:latin typeface="Xfinity Brown Light" panose="02010404010101010103" pitchFamily="2" charset="77"/>
                <a:cs typeface="Xfinity Brown Light" panose="02010404010101010103" pitchFamily="2" charset="77"/>
              </a:rPr>
              <a:t> vitae </a:t>
            </a:r>
            <a:r>
              <a:rPr lang="en-US" err="1">
                <a:solidFill>
                  <a:schemeClr val="tx1"/>
                </a:solidFill>
                <a:effectLst/>
                <a:latin typeface="Xfinity Brown Light" panose="02010404010101010103" pitchFamily="2" charset="77"/>
                <a:cs typeface="Xfinity Brown Light" panose="02010404010101010103" pitchFamily="2" charset="77"/>
              </a:rPr>
              <a:t>justo</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eget</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aliquam</a:t>
            </a:r>
            <a:r>
              <a:rPr lang="en-US">
                <a:solidFill>
                  <a:schemeClr val="tx1"/>
                </a:solidFill>
                <a:effectLst/>
                <a:latin typeface="Xfinity Brown Light" panose="02010404010101010103" pitchFamily="2" charset="77"/>
                <a:cs typeface="Xfinity Brown Light" panose="02010404010101010103" pitchFamily="2" charset="77"/>
              </a:rPr>
              <a:t>. Donec a </a:t>
            </a:r>
            <a:r>
              <a:rPr lang="en-US" err="1">
                <a:solidFill>
                  <a:schemeClr val="tx1"/>
                </a:solidFill>
                <a:effectLst/>
                <a:latin typeface="Xfinity Brown Light" panose="02010404010101010103" pitchFamily="2" charset="77"/>
                <a:cs typeface="Xfinity Brown Light" panose="02010404010101010103" pitchFamily="2" charset="77"/>
              </a:rPr>
              <a:t>elit</a:t>
            </a:r>
            <a:r>
              <a:rPr lang="en-US">
                <a:solidFill>
                  <a:schemeClr val="tx1"/>
                </a:solidFill>
                <a:effectLst/>
                <a:latin typeface="Xfinity Brown Light" panose="02010404010101010103" pitchFamily="2" charset="77"/>
                <a:cs typeface="Xfinity Brown Light" panose="02010404010101010103" pitchFamily="2" charset="77"/>
              </a:rPr>
              <a:t> maximus </a:t>
            </a:r>
            <a:r>
              <a:rPr lang="en-US" err="1">
                <a:solidFill>
                  <a:schemeClr val="tx1"/>
                </a:solidFill>
                <a:effectLst/>
                <a:latin typeface="Xfinity Brown Light" panose="02010404010101010103" pitchFamily="2" charset="77"/>
                <a:cs typeface="Xfinity Brown Light" panose="02010404010101010103" pitchFamily="2" charset="77"/>
              </a:rPr>
              <a:t>odio</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varius</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posuere</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quis</a:t>
            </a:r>
            <a:r>
              <a:rPr lang="en-US">
                <a:solidFill>
                  <a:schemeClr val="tx1"/>
                </a:solidFill>
                <a:effectLst/>
                <a:latin typeface="Xfinity Brown Light" panose="02010404010101010103" pitchFamily="2" charset="77"/>
                <a:cs typeface="Xfinity Brown Light" panose="02010404010101010103" pitchFamily="2" charset="77"/>
              </a:rPr>
              <a:t> id </a:t>
            </a:r>
            <a:r>
              <a:rPr lang="en-US" err="1">
                <a:solidFill>
                  <a:schemeClr val="tx1"/>
                </a:solidFill>
                <a:effectLst/>
                <a:latin typeface="Xfinity Brown Light" panose="02010404010101010103" pitchFamily="2" charset="77"/>
                <a:cs typeface="Xfinity Brown Light" panose="02010404010101010103" pitchFamily="2" charset="77"/>
              </a:rPr>
              <a:t>lacus</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Fusce</a:t>
            </a:r>
            <a:r>
              <a:rPr lang="en-US">
                <a:solidFill>
                  <a:schemeClr val="tx1"/>
                </a:solidFill>
                <a:effectLst/>
                <a:latin typeface="Xfinity Brown Light" panose="02010404010101010103" pitchFamily="2" charset="77"/>
                <a:cs typeface="Xfinity Brown Light" panose="02010404010101010103" pitchFamily="2" charset="77"/>
              </a:rPr>
              <a:t> at lorem </a:t>
            </a:r>
            <a:r>
              <a:rPr lang="en-US" err="1">
                <a:solidFill>
                  <a:schemeClr val="tx1"/>
                </a:solidFill>
                <a:effectLst/>
                <a:latin typeface="Xfinity Brown Light" panose="02010404010101010103" pitchFamily="2" charset="77"/>
                <a:cs typeface="Xfinity Brown Light" panose="02010404010101010103" pitchFamily="2" charset="77"/>
              </a:rPr>
              <a:t>sollicitudin</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bibendum</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erat</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eget</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molestie</a:t>
            </a:r>
            <a:r>
              <a:rPr lang="en-US">
                <a:solidFill>
                  <a:schemeClr val="tx1"/>
                </a:solidFill>
                <a:effectLst/>
                <a:latin typeface="Xfinity Brown Light" panose="02010404010101010103" pitchFamily="2" charset="77"/>
                <a:cs typeface="Xfinity Brown Light" panose="02010404010101010103" pitchFamily="2" charset="77"/>
              </a:rPr>
              <a:t> ligula. Vestibulum pharetra magna </a:t>
            </a:r>
            <a:r>
              <a:rPr lang="en-US" err="1">
                <a:solidFill>
                  <a:schemeClr val="tx1"/>
                </a:solidFill>
                <a:effectLst/>
                <a:latin typeface="Xfinity Brown Light" panose="02010404010101010103" pitchFamily="2" charset="77"/>
                <a:cs typeface="Xfinity Brown Light" panose="02010404010101010103" pitchFamily="2" charset="77"/>
              </a:rPr>
              <a:t>orci</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ut</a:t>
            </a:r>
            <a:r>
              <a:rPr lang="en-US">
                <a:solidFill>
                  <a:schemeClr val="tx1"/>
                </a:solidFill>
                <a:effectLst/>
                <a:latin typeface="Xfinity Brown Light" panose="02010404010101010103" pitchFamily="2" charset="77"/>
                <a:cs typeface="Xfinity Brown Light" panose="02010404010101010103" pitchFamily="2" charset="77"/>
              </a:rPr>
              <a:t> lacinia </a:t>
            </a:r>
            <a:r>
              <a:rPr lang="en-US" err="1">
                <a:solidFill>
                  <a:schemeClr val="tx1"/>
                </a:solidFill>
                <a:effectLst/>
                <a:latin typeface="Xfinity Brown Light" panose="02010404010101010103" pitchFamily="2" charset="77"/>
                <a:cs typeface="Xfinity Brown Light" panose="02010404010101010103" pitchFamily="2" charset="77"/>
              </a:rPr>
              <a:t>orci</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ultrices</a:t>
            </a:r>
            <a:r>
              <a:rPr lang="en-US">
                <a:solidFill>
                  <a:schemeClr val="tx1"/>
                </a:solidFill>
                <a:effectLst/>
                <a:latin typeface="Xfinity Brown Light" panose="02010404010101010103" pitchFamily="2" charset="77"/>
                <a:cs typeface="Xfinity Brown Light" panose="02010404010101010103" pitchFamily="2" charset="77"/>
              </a:rPr>
              <a:t> id. Aenean ac </a:t>
            </a:r>
            <a:r>
              <a:rPr lang="en-US" err="1">
                <a:solidFill>
                  <a:schemeClr val="tx1"/>
                </a:solidFill>
                <a:effectLst/>
                <a:latin typeface="Xfinity Brown Light" panose="02010404010101010103" pitchFamily="2" charset="77"/>
                <a:cs typeface="Xfinity Brown Light" panose="02010404010101010103" pitchFamily="2" charset="77"/>
              </a:rPr>
              <a:t>eleifend</a:t>
            </a:r>
            <a:r>
              <a:rPr lang="en-US">
                <a:solidFill>
                  <a:schemeClr val="tx1"/>
                </a:solidFill>
                <a:effectLst/>
                <a:latin typeface="Xfinity Brown Light" panose="02010404010101010103" pitchFamily="2" charset="77"/>
                <a:cs typeface="Xfinity Brown Light" panose="02010404010101010103" pitchFamily="2" charset="77"/>
              </a:rPr>
              <a:t> </a:t>
            </a:r>
            <a:r>
              <a:rPr lang="en-US" err="1">
                <a:solidFill>
                  <a:schemeClr val="tx1"/>
                </a:solidFill>
                <a:effectLst/>
                <a:latin typeface="Xfinity Brown Light" panose="02010404010101010103" pitchFamily="2" charset="77"/>
                <a:cs typeface="Xfinity Brown Light" panose="02010404010101010103" pitchFamily="2" charset="77"/>
              </a:rPr>
              <a:t>odio</a:t>
            </a:r>
            <a:r>
              <a:rPr lang="en-US">
                <a:solidFill>
                  <a:schemeClr val="tx1"/>
                </a:solidFill>
                <a:effectLst/>
                <a:latin typeface="Xfinity Brown Light" panose="02010404010101010103" pitchFamily="2" charset="77"/>
                <a:cs typeface="Xfinity Brown Light" panose="02010404010101010103" pitchFamily="2" charset="77"/>
              </a:rPr>
              <a:t>. </a:t>
            </a:r>
          </a:p>
        </p:txBody>
      </p:sp>
      <p:sp>
        <p:nvSpPr>
          <p:cNvPr id="7" name="Text Placeholder 8">
            <a:extLst>
              <a:ext uri="{FF2B5EF4-FFF2-40B4-BE49-F238E27FC236}">
                <a16:creationId xmlns:a16="http://schemas.microsoft.com/office/drawing/2014/main" id="{1F8C929B-B141-8C38-85CB-F34E1FA07662}"/>
              </a:ext>
            </a:extLst>
          </p:cNvPr>
          <p:cNvSpPr>
            <a:spLocks noGrp="1"/>
          </p:cNvSpPr>
          <p:nvPr>
            <p:ph type="body" sz="quarter" idx="13" hasCustomPrompt="1"/>
          </p:nvPr>
        </p:nvSpPr>
        <p:spPr>
          <a:xfrm>
            <a:off x="685800" y="685800"/>
            <a:ext cx="5486400" cy="170816"/>
          </a:xfrm>
        </p:spPr>
        <p:txBody>
          <a:bodyPr wrap="square" lIns="0" tIns="0" rIns="0" bIns="0">
            <a:spAutoFit/>
          </a:bodyPr>
          <a:lstStyle>
            <a:lvl1pPr marL="0" indent="0">
              <a:buNone/>
              <a:defRPr sz="1200" cap="all" spc="200" baseline="0">
                <a:solidFill>
                  <a:schemeClr val="tx1"/>
                </a:solidFill>
                <a:latin typeface="+mj-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11" name="Slide Number">
            <a:extLst>
              <a:ext uri="{FF2B5EF4-FFF2-40B4-BE49-F238E27FC236}">
                <a16:creationId xmlns:a16="http://schemas.microsoft.com/office/drawing/2014/main" id="{0E8B96E0-B89A-B663-7309-BB9DB3675C6F}"/>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bg2"/>
                </a:solidFill>
              </a:rPr>
              <a:t>PRIVATE AND CONFIDENTIAL</a:t>
            </a:r>
          </a:p>
        </p:txBody>
      </p:sp>
      <p:pic>
        <p:nvPicPr>
          <p:cNvPr id="4" name="Graphic 3">
            <a:extLst>
              <a:ext uri="{FF2B5EF4-FFF2-40B4-BE49-F238E27FC236}">
                <a16:creationId xmlns:a16="http://schemas.microsoft.com/office/drawing/2014/main" id="{87D11B31-6355-BE04-B020-C186D18F4762}"/>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266584" y="9603896"/>
            <a:ext cx="896112" cy="303270"/>
          </a:xfrm>
          <a:prstGeom prst="rect">
            <a:avLst/>
          </a:prstGeom>
        </p:spPr>
      </p:pic>
      <p:sp>
        <p:nvSpPr>
          <p:cNvPr id="6" name="Slide Number">
            <a:extLst>
              <a:ext uri="{FF2B5EF4-FFF2-40B4-BE49-F238E27FC236}">
                <a16:creationId xmlns:a16="http://schemas.microsoft.com/office/drawing/2014/main" id="{E96BB429-C266-4898-9EFA-CFF7F4D9220E}"/>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bg2"/>
                </a:solidFill>
                <a:latin typeface="+mn-lt"/>
              </a:rPr>
              <a:pPr algn="r"/>
              <a:t>‹#›</a:t>
            </a:fld>
            <a:endParaRPr lang="en-US" sz="1350">
              <a:solidFill>
                <a:schemeClr val="bg2"/>
              </a:solidFill>
              <a:latin typeface="+mn-lt"/>
            </a:endParaRPr>
          </a:p>
        </p:txBody>
      </p:sp>
    </p:spTree>
    <p:extLst>
      <p:ext uri="{BB962C8B-B14F-4D97-AF65-F5344CB8AC3E}">
        <p14:creationId xmlns:p14="http://schemas.microsoft.com/office/powerpoint/2010/main" val="1914938111"/>
      </p:ext>
    </p:extLst>
  </p:cSld>
  <p:clrMapOvr>
    <a:overrideClrMapping bg1="lt1" tx1="dk1" bg2="lt2" tx2="dk2" accent1="accent1" accent2="accent2" accent3="accent3" accent4="accent4" accent5="accent5" accent6="accent6" hlink="hlink" folHlink="folHlink"/>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ver Slide_xCa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87F2D0C-5D3E-5468-DA71-8206F239AB6E}"/>
              </a:ext>
            </a:extLst>
          </p:cNvPr>
          <p:cNvSpPr>
            <a:spLocks noGrp="1"/>
          </p:cNvSpPr>
          <p:nvPr>
            <p:ph type="body" sz="quarter" idx="11" hasCustomPrompt="1"/>
          </p:nvPr>
        </p:nvSpPr>
        <p:spPr>
          <a:xfrm>
            <a:off x="685799" y="3636268"/>
            <a:ext cx="8343899" cy="2326791"/>
          </a:xfrm>
        </p:spPr>
        <p:txBody>
          <a:bodyPr wrap="square" lIns="0" tIns="0" rIns="0" bIns="0" anchor="ctr">
            <a:spAutoFit/>
          </a:bodyPr>
          <a:lstStyle>
            <a:lvl1pPr marL="0" indent="0">
              <a:spcBef>
                <a:spcPts val="0"/>
              </a:spcBef>
              <a:buNone/>
              <a:defRPr sz="8400" b="0" spc="-3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a:t>
            </a:r>
            <a:br>
              <a:rPr lang="en-US"/>
            </a:br>
            <a:r>
              <a:rPr lang="en-US"/>
              <a:t>title here</a:t>
            </a:r>
          </a:p>
        </p:txBody>
      </p:sp>
      <p:sp>
        <p:nvSpPr>
          <p:cNvPr id="9" name="Text Placeholder 8">
            <a:extLst>
              <a:ext uri="{FF2B5EF4-FFF2-40B4-BE49-F238E27FC236}">
                <a16:creationId xmlns:a16="http://schemas.microsoft.com/office/drawing/2014/main" id="{5573520D-AC61-F993-C867-C30B81560BA3}"/>
              </a:ext>
            </a:extLst>
          </p:cNvPr>
          <p:cNvSpPr>
            <a:spLocks noGrp="1"/>
          </p:cNvSpPr>
          <p:nvPr>
            <p:ph type="body" sz="quarter" idx="12" hasCustomPrompt="1"/>
          </p:nvPr>
        </p:nvSpPr>
        <p:spPr>
          <a:xfrm>
            <a:off x="685800" y="6120581"/>
            <a:ext cx="8343900" cy="443198"/>
          </a:xfrm>
        </p:spPr>
        <p:txBody>
          <a:bodyPr wrap="square" lIns="0" tIns="0" rIns="0" bIns="0">
            <a:spAutoFit/>
          </a:bodyPr>
          <a:lstStyle>
            <a:lvl1pPr marL="0" indent="0">
              <a:buNone/>
              <a:defRPr sz="320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Subtitle goes here</a:t>
            </a:r>
          </a:p>
        </p:txBody>
      </p:sp>
      <p:sp>
        <p:nvSpPr>
          <p:cNvPr id="13" name="Text Placeholder 8">
            <a:extLst>
              <a:ext uri="{FF2B5EF4-FFF2-40B4-BE49-F238E27FC236}">
                <a16:creationId xmlns:a16="http://schemas.microsoft.com/office/drawing/2014/main" id="{CF65F058-D5A3-5F67-C302-C5A753355534}"/>
              </a:ext>
            </a:extLst>
          </p:cNvPr>
          <p:cNvSpPr>
            <a:spLocks noGrp="1"/>
          </p:cNvSpPr>
          <p:nvPr>
            <p:ph type="body" sz="quarter" idx="13" hasCustomPrompt="1"/>
          </p:nvPr>
        </p:nvSpPr>
        <p:spPr>
          <a:xfrm>
            <a:off x="685800" y="685800"/>
            <a:ext cx="2628900" cy="221599"/>
          </a:xfrm>
        </p:spPr>
        <p:txBody>
          <a:bodyPr wrap="square" lIns="0" tIns="0" rIns="0" bIns="0">
            <a:spAutoFit/>
          </a:bodyPr>
          <a:lstStyle>
            <a:lvl1pPr marL="0" indent="0">
              <a:buNone/>
              <a:defRPr sz="1600">
                <a:solidFill>
                  <a:schemeClr val="bg1"/>
                </a:solidFill>
                <a:latin typeface="+mn-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XX.XX.XX</a:t>
            </a:r>
          </a:p>
        </p:txBody>
      </p:sp>
      <p:pic>
        <p:nvPicPr>
          <p:cNvPr id="4" name="Graphic 3">
            <a:extLst>
              <a:ext uri="{FF2B5EF4-FFF2-40B4-BE49-F238E27FC236}">
                <a16:creationId xmlns:a16="http://schemas.microsoft.com/office/drawing/2014/main" id="{0F39343D-C976-DFE6-41E7-EC87F7566A06}"/>
              </a:ext>
            </a:extLst>
          </p:cNvPr>
          <p:cNvPicPr>
            <a:picLocks noChangeAspect="1"/>
          </p:cNvPicPr>
          <p:nvPr userDrawn="1"/>
        </p:nvPicPr>
        <p:blipFill>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85800" y="9292648"/>
            <a:ext cx="1200150" cy="406164"/>
          </a:xfrm>
          <a:prstGeom prst="rect">
            <a:avLst/>
          </a:prstGeom>
        </p:spPr>
      </p:pic>
      <p:sp>
        <p:nvSpPr>
          <p:cNvPr id="2" name="Slide Number">
            <a:extLst>
              <a:ext uri="{FF2B5EF4-FFF2-40B4-BE49-F238E27FC236}">
                <a16:creationId xmlns:a16="http://schemas.microsoft.com/office/drawing/2014/main" id="{46FE18F4-0CE4-0939-4097-679B14C94267}"/>
              </a:ext>
            </a:extLst>
          </p:cNvPr>
          <p:cNvSpPr txBox="1">
            <a:spLocks/>
          </p:cNvSpPr>
          <p:nvPr userDrawn="1"/>
        </p:nvSpPr>
        <p:spPr>
          <a:xfrm>
            <a:off x="2115732" y="9439892"/>
            <a:ext cx="4355853" cy="123209"/>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tx2"/>
                </a:solidFill>
              </a:rPr>
              <a:t>PRIVATE AND CONFIDENTIAL</a:t>
            </a:r>
          </a:p>
        </p:txBody>
      </p:sp>
    </p:spTree>
    <p:extLst>
      <p:ext uri="{BB962C8B-B14F-4D97-AF65-F5344CB8AC3E}">
        <p14:creationId xmlns:p14="http://schemas.microsoft.com/office/powerpoint/2010/main" val="770694643"/>
      </p:ext>
    </p:extLst>
  </p:cSld>
  <p:clrMapOvr>
    <a:overrideClrMapping bg1="lt1" tx1="dk1" bg2="lt2" tx2="dk2" accent1="accent1" accent2="accent2" accent3="accent3" accent4="accent4" accent5="accent5" accent6="accent6" hlink="hlink" folHlink="folHlink"/>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chemeClr val="accent1"/>
        </a:solidFill>
        <a:effectLst/>
      </p:bgPr>
    </p:bg>
    <p:spTree>
      <p:nvGrpSpPr>
        <p:cNvPr id="1" name=""/>
        <p:cNvGrpSpPr/>
        <p:nvPr/>
      </p:nvGrpSpPr>
      <p:grpSpPr>
        <a:xfrm>
          <a:off x="0" y="0"/>
          <a:ext cx="0" cy="0"/>
          <a:chOff x="0" y="0"/>
          <a:chExt cx="0" cy="0"/>
        </a:xfrm>
      </p:grpSpPr>
      <p:sp>
        <p:nvSpPr>
          <p:cNvPr id="5" name="Title Text">
            <a:extLst>
              <a:ext uri="{FF2B5EF4-FFF2-40B4-BE49-F238E27FC236}">
                <a16:creationId xmlns:a16="http://schemas.microsoft.com/office/drawing/2014/main" id="{82DF5ACE-56BF-7A4E-ABFE-D23BB50C9024}"/>
              </a:ext>
            </a:extLst>
          </p:cNvPr>
          <p:cNvSpPr txBox="1">
            <a:spLocks noGrp="1"/>
          </p:cNvSpPr>
          <p:nvPr>
            <p:ph type="title" hasCustomPrompt="1"/>
          </p:nvPr>
        </p:nvSpPr>
        <p:spPr>
          <a:xfrm>
            <a:off x="685800" y="3980105"/>
            <a:ext cx="8343900" cy="2326791"/>
          </a:xfrm>
          <a:prstGeom prst="rect">
            <a:avLst/>
          </a:prstGeom>
        </p:spPr>
        <p:txBody>
          <a:bodyPr wrap="square" lIns="0" tIns="0" rIns="0" bIns="0" anchor="ctr">
            <a:spAutoFit/>
          </a:bodyPr>
          <a:lstStyle>
            <a:lvl1pPr marL="0" marR="0" indent="0" algn="l" defTabSz="619125" rtl="0" latinLnBrk="0">
              <a:lnSpc>
                <a:spcPct val="90000"/>
              </a:lnSpc>
              <a:spcBef>
                <a:spcPts val="0"/>
              </a:spcBef>
              <a:spcAft>
                <a:spcPts val="0"/>
              </a:spcAft>
              <a:buClrTx/>
              <a:buSzTx/>
              <a:buFontTx/>
              <a:buNone/>
              <a:tabLst/>
              <a:defRPr sz="8400" b="0" i="0" u="none" strike="noStrike" cap="none" spc="-300" baseline="0" dirty="0">
                <a:solidFill>
                  <a:schemeClr val="bg1"/>
                </a:solidFill>
                <a:uFillTx/>
                <a:latin typeface="Xfinity Brown"/>
                <a:ea typeface="Xfinity Brown"/>
                <a:cs typeface="Xfinity Brown"/>
                <a:sym typeface="Xfinity Brown"/>
              </a:defRPr>
            </a:lvl1pPr>
          </a:lstStyle>
          <a:p>
            <a:r>
              <a:rPr lang="en-US"/>
              <a:t>This is a</a:t>
            </a:r>
            <a:br>
              <a:rPr lang="en-US"/>
            </a:br>
            <a:r>
              <a:rPr lang="en-US"/>
              <a:t>divider slide</a:t>
            </a:r>
            <a:endParaRPr/>
          </a:p>
        </p:txBody>
      </p:sp>
      <p:sp>
        <p:nvSpPr>
          <p:cNvPr id="2" name="Text Placeholder 8">
            <a:extLst>
              <a:ext uri="{FF2B5EF4-FFF2-40B4-BE49-F238E27FC236}">
                <a16:creationId xmlns:a16="http://schemas.microsoft.com/office/drawing/2014/main" id="{44BBE6B9-C861-391C-B9B7-63D3C53EF661}"/>
              </a:ext>
            </a:extLst>
          </p:cNvPr>
          <p:cNvSpPr>
            <a:spLocks noGrp="1"/>
          </p:cNvSpPr>
          <p:nvPr>
            <p:ph type="body" sz="quarter" idx="13" hasCustomPrompt="1"/>
          </p:nvPr>
        </p:nvSpPr>
        <p:spPr>
          <a:xfrm>
            <a:off x="685800" y="685800"/>
            <a:ext cx="5486400" cy="170816"/>
          </a:xfrm>
        </p:spPr>
        <p:txBody>
          <a:bodyPr wrap="square" lIns="0" tIns="0" rIns="0" bIns="0">
            <a:spAutoFit/>
          </a:bodyPr>
          <a:lstStyle>
            <a:lvl1pPr marL="0" indent="0">
              <a:buNone/>
              <a:defRPr sz="1200" cap="all" spc="200" baseline="0">
                <a:solidFill>
                  <a:schemeClr val="bg1"/>
                </a:solidFill>
                <a:latin typeface="+mj-lt"/>
              </a:defRPr>
            </a:lvl1pPr>
            <a:lvl2pPr>
              <a:defRPr sz="2800">
                <a:solidFill>
                  <a:schemeClr val="bg1"/>
                </a:solidFill>
              </a:defRPr>
            </a:lvl2pPr>
            <a:lvl3pPr>
              <a:defRPr sz="2800">
                <a:solidFill>
                  <a:schemeClr val="bg1"/>
                </a:solidFill>
              </a:defRPr>
            </a:lvl3pPr>
            <a:lvl4pPr>
              <a:defRPr sz="2800">
                <a:solidFill>
                  <a:schemeClr val="bg1"/>
                </a:solidFill>
              </a:defRPr>
            </a:lvl4pPr>
            <a:lvl5pPr>
              <a:defRPr sz="2800">
                <a:solidFill>
                  <a:schemeClr val="bg1"/>
                </a:solidFill>
              </a:defRPr>
            </a:lvl5pPr>
          </a:lstStyle>
          <a:p>
            <a:pPr lvl="0"/>
            <a:r>
              <a:rPr lang="en-US"/>
              <a:t>DESCRIPTION EYEBROW</a:t>
            </a:r>
          </a:p>
        </p:txBody>
      </p:sp>
      <p:sp>
        <p:nvSpPr>
          <p:cNvPr id="6" name="Slide Number">
            <a:extLst>
              <a:ext uri="{FF2B5EF4-FFF2-40B4-BE49-F238E27FC236}">
                <a16:creationId xmlns:a16="http://schemas.microsoft.com/office/drawing/2014/main" id="{3144BFE4-730C-A493-2347-7FEB0622FD34}"/>
              </a:ext>
            </a:extLst>
          </p:cNvPr>
          <p:cNvSpPr txBox="1">
            <a:spLocks/>
          </p:cNvSpPr>
          <p:nvPr userDrawn="1"/>
        </p:nvSpPr>
        <p:spPr>
          <a:xfrm>
            <a:off x="685800" y="9707584"/>
            <a:ext cx="2628900" cy="95894"/>
          </a:xfrm>
          <a:prstGeom prst="rect">
            <a:avLst/>
          </a:prstGeom>
        </p:spPr>
        <p:txBody>
          <a:bodyPr lIns="0" tIns="0" rIns="0" bIns="0" anchor="b"/>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lang="en-US" sz="800" spc="50" baseline="0">
                <a:solidFill>
                  <a:schemeClr val="tx2"/>
                </a:solidFill>
              </a:rPr>
              <a:t>PRIVATE AND CONFIDENTIAL</a:t>
            </a:r>
          </a:p>
        </p:txBody>
      </p:sp>
      <p:pic>
        <p:nvPicPr>
          <p:cNvPr id="7" name="Graphic 6">
            <a:extLst>
              <a:ext uri="{FF2B5EF4-FFF2-40B4-BE49-F238E27FC236}">
                <a16:creationId xmlns:a16="http://schemas.microsoft.com/office/drawing/2014/main" id="{376A8A01-BAA6-D0C6-55BE-219B1F8620A3}"/>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266584" y="9603896"/>
            <a:ext cx="896112" cy="303270"/>
          </a:xfrm>
          <a:prstGeom prst="rect">
            <a:avLst/>
          </a:prstGeom>
        </p:spPr>
      </p:pic>
      <p:sp>
        <p:nvSpPr>
          <p:cNvPr id="4" name="Slide Number">
            <a:extLst>
              <a:ext uri="{FF2B5EF4-FFF2-40B4-BE49-F238E27FC236}">
                <a16:creationId xmlns:a16="http://schemas.microsoft.com/office/drawing/2014/main" id="{47464B4E-A8E1-FF72-CECD-4E792808D0F3}"/>
              </a:ext>
            </a:extLst>
          </p:cNvPr>
          <p:cNvSpPr txBox="1">
            <a:spLocks/>
          </p:cNvSpPr>
          <p:nvPr userDrawn="1"/>
        </p:nvSpPr>
        <p:spPr>
          <a:xfrm>
            <a:off x="16402050" y="9663198"/>
            <a:ext cx="1200150" cy="184666"/>
          </a:xfrm>
          <a:prstGeom prst="rect">
            <a:avLst/>
          </a:prstGeom>
        </p:spPr>
        <p:txBody>
          <a:bodyPr wrap="square" lIns="0" tIns="0" rIns="0" bIns="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41275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latin typeface="Xfinity Brown" panose="02010504010101010104" pitchFamily="2" charset="77"/>
                <a:ea typeface="Helvetica Neue"/>
                <a:cs typeface="Xfinity Brown" panose="02010504010101010104" pitchFamily="2" charset="77"/>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r"/>
            <a:fld id="{86CB4B4D-7CA3-9044-876B-883B54F8677D}" type="slidenum">
              <a:rPr lang="en-US" sz="1200" smtClean="0">
                <a:solidFill>
                  <a:schemeClr val="tx2"/>
                </a:solidFill>
                <a:latin typeface="+mn-lt"/>
              </a:rPr>
              <a:pPr algn="r"/>
              <a:t>‹#›</a:t>
            </a:fld>
            <a:endParaRPr lang="en-US" sz="1350">
              <a:solidFill>
                <a:schemeClr val="tx2"/>
              </a:solidFill>
              <a:latin typeface="+mn-lt"/>
            </a:endParaRPr>
          </a:p>
        </p:txBody>
      </p:sp>
    </p:spTree>
    <p:extLst>
      <p:ext uri="{BB962C8B-B14F-4D97-AF65-F5344CB8AC3E}">
        <p14:creationId xmlns:p14="http://schemas.microsoft.com/office/powerpoint/2010/main" val="335003041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theme" Target="../theme/theme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Slide Number Placeholder 6">
            <a:extLst>
              <a:ext uri="{FF2B5EF4-FFF2-40B4-BE49-F238E27FC236}">
                <a16:creationId xmlns:a16="http://schemas.microsoft.com/office/drawing/2014/main" id="{73201896-BC16-2F5F-D8AF-055D4C433F33}"/>
              </a:ext>
            </a:extLst>
          </p:cNvPr>
          <p:cNvSpPr>
            <a:spLocks noGrp="1"/>
          </p:cNvSpPr>
          <p:nvPr>
            <p:ph type="sldNum" sz="quarter" idx="4"/>
          </p:nvPr>
        </p:nvSpPr>
        <p:spPr>
          <a:xfrm>
            <a:off x="16402050" y="9663198"/>
            <a:ext cx="1200150" cy="184666"/>
          </a:xfrm>
          <a:prstGeom prst="rect">
            <a:avLst/>
          </a:prstGeom>
        </p:spPr>
        <p:txBody>
          <a:bodyPr vert="horz" wrap="square" lIns="0" tIns="0" rIns="0" bIns="0" rtlCol="0" anchor="ctr">
            <a:spAutoFit/>
          </a:bodyPr>
          <a:lstStyle>
            <a:lvl1pPr algn="r">
              <a:defRPr sz="1200">
                <a:solidFill>
                  <a:schemeClr val="bg2"/>
                </a:solidFill>
              </a:defRPr>
            </a:lvl1pPr>
          </a:lstStyle>
          <a:p>
            <a:fld id="{788E29E6-83F2-9B45-8ABC-D0D9D8FC3DD0}" type="slidenum">
              <a:rPr lang="en-US" smtClean="0"/>
              <a:pPr/>
              <a:t>‹#›</a:t>
            </a:fld>
            <a:endParaRPr lang="en-US"/>
          </a:p>
        </p:txBody>
      </p:sp>
    </p:spTree>
    <p:extLst>
      <p:ext uri="{BB962C8B-B14F-4D97-AF65-F5344CB8AC3E}">
        <p14:creationId xmlns:p14="http://schemas.microsoft.com/office/powerpoint/2010/main" val="1992394187"/>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 id="2147483775" r:id="rId23"/>
    <p:sldLayoutId id="2147483776" r:id="rId24"/>
    <p:sldLayoutId id="2147483777" r:id="rId25"/>
    <p:sldLayoutId id="2147483778" r:id="rId26"/>
    <p:sldLayoutId id="2147483779" r:id="rId27"/>
    <p:sldLayoutId id="2147483780" r:id="rId28"/>
    <p:sldLayoutId id="2147483781" r:id="rId29"/>
    <p:sldLayoutId id="2147483782" r:id="rId30"/>
    <p:sldLayoutId id="2147483783" r:id="rId31"/>
    <p:sldLayoutId id="2147483784" r:id="rId32"/>
    <p:sldLayoutId id="2147483785" r:id="rId33"/>
    <p:sldLayoutId id="2147483786" r:id="rId34"/>
    <p:sldLayoutId id="2147483787" r:id="rId35"/>
    <p:sldLayoutId id="2147483788" r:id="rId36"/>
    <p:sldLayoutId id="2147483789" r:id="rId37"/>
    <p:sldLayoutId id="2147483790" r:id="rId38"/>
    <p:sldLayoutId id="2147483791" r:id="rId39"/>
    <p:sldLayoutId id="2147483792" r:id="rId40"/>
    <p:sldLayoutId id="2147483793" r:id="rId41"/>
    <p:sldLayoutId id="2147483794" r:id="rId42"/>
    <p:sldLayoutId id="2147483795" r:id="rId43"/>
    <p:sldLayoutId id="2147483796" r:id="rId44"/>
    <p:sldLayoutId id="2147483797" r:id="rId45"/>
    <p:sldLayoutId id="2147483798" r:id="rId46"/>
    <p:sldLayoutId id="2147483799" r:id="rId47"/>
  </p:sldLayoutIdLst>
  <p:hf hdr="0" ftr="0" dt="0"/>
  <p:txStyles>
    <p:titleStyle>
      <a:lvl1pPr algn="l" defTabSz="1371600" rtl="0" eaLnBrk="1" latinLnBrk="0" hangingPunct="1">
        <a:lnSpc>
          <a:spcPct val="90000"/>
        </a:lnSpc>
        <a:spcBef>
          <a:spcPct val="0"/>
        </a:spcBef>
        <a:buNone/>
        <a:defRPr sz="6600" b="0" kern="1200">
          <a:solidFill>
            <a:schemeClr val="tx1"/>
          </a:solidFill>
          <a:latin typeface="+mj-lt"/>
          <a:ea typeface="+mj-ea"/>
          <a:cs typeface="Xfinity Brown" panose="02010504010101010104" pitchFamily="2" charset="77"/>
        </a:defRPr>
      </a:lvl1pPr>
    </p:titleStyle>
    <p:bodyStyle>
      <a:lvl1pPr marL="571500" indent="-5715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Xfinity Brown" panose="02010504010101010104" pitchFamily="2" charset="77"/>
          <a:ea typeface="+mn-ea"/>
          <a:cs typeface="Xfinity Brown" panose="02010504010101010104" pitchFamily="2" charset="77"/>
        </a:defRPr>
      </a:lvl1pPr>
      <a:lvl2pPr marL="1257300" indent="-5715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Xfinity Brown" panose="02010504010101010104" pitchFamily="2" charset="77"/>
          <a:ea typeface="+mn-ea"/>
          <a:cs typeface="Xfinity Brown" panose="02010504010101010104" pitchFamily="2" charset="77"/>
        </a:defRPr>
      </a:lvl2pPr>
      <a:lvl3pPr marL="1828800" indent="-4572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Xfinity Brown" panose="02010504010101010104" pitchFamily="2" charset="77"/>
          <a:ea typeface="+mn-ea"/>
          <a:cs typeface="Xfinity Brown" panose="02010504010101010104" pitchFamily="2" charset="77"/>
        </a:defRPr>
      </a:lvl3pPr>
      <a:lvl4pPr marL="2514600" indent="-4572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Xfinity Brown" panose="02010504010101010104" pitchFamily="2" charset="77"/>
          <a:ea typeface="+mn-ea"/>
          <a:cs typeface="Xfinity Brown" panose="02010504010101010104" pitchFamily="2" charset="77"/>
        </a:defRPr>
      </a:lvl4pPr>
      <a:lvl5pPr marL="3200400" indent="-4572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Xfinity Brown" panose="02010504010101010104" pitchFamily="2" charset="77"/>
          <a:ea typeface="+mn-ea"/>
          <a:cs typeface="Xfinity Brown" panose="02010504010101010104" pitchFamily="2" charset="77"/>
        </a:defRPr>
      </a:lvl5pPr>
      <a:lvl6pPr marL="3771900" indent="-342900" algn="l" defTabSz="1371600" rtl="0" eaLnBrk="1" latinLnBrk="0" hangingPunct="1">
        <a:lnSpc>
          <a:spcPct val="90000"/>
        </a:lnSpc>
        <a:spcBef>
          <a:spcPts val="750"/>
        </a:spcBef>
        <a:buFont typeface="Xfinity Brown" panose="02010504010101010104" pitchFamily="50"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Xfinity Brown" panose="02010504010101010104" pitchFamily="50"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Xfinity Brown" panose="02010504010101010104" pitchFamily="50"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Xfinity Brown" panose="02010504010101010104" pitchFamily="50"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11520">
          <p15:clr>
            <a:srgbClr val="F26B43"/>
          </p15:clr>
        </p15:guide>
        <p15:guide id="3" pos="432">
          <p15:clr>
            <a:srgbClr val="F26B43"/>
          </p15:clr>
        </p15:guide>
        <p15:guide id="4" pos="1192">
          <p15:clr>
            <a:srgbClr val="F26B43"/>
          </p15:clr>
        </p15:guide>
        <p15:guide id="5" pos="1336">
          <p15:clr>
            <a:srgbClr val="F26B43"/>
          </p15:clr>
        </p15:guide>
        <p15:guide id="6" pos="2088">
          <p15:clr>
            <a:srgbClr val="F26B43"/>
          </p15:clr>
        </p15:guide>
        <p15:guide id="7" pos="2232">
          <p15:clr>
            <a:srgbClr val="F26B43"/>
          </p15:clr>
        </p15:guide>
        <p15:guide id="8" pos="2992">
          <p15:clr>
            <a:srgbClr val="F26B43"/>
          </p15:clr>
        </p15:guide>
        <p15:guide id="9" pos="3136">
          <p15:clr>
            <a:srgbClr val="F26B43"/>
          </p15:clr>
        </p15:guide>
        <p15:guide id="10" pos="3888">
          <p15:clr>
            <a:srgbClr val="F26B43"/>
          </p15:clr>
        </p15:guide>
        <p15:guide id="11" pos="4032">
          <p15:clr>
            <a:srgbClr val="F26B43"/>
          </p15:clr>
        </p15:guide>
        <p15:guide id="12" pos="4792">
          <p15:clr>
            <a:srgbClr val="F26B43"/>
          </p15:clr>
        </p15:guide>
        <p15:guide id="13" pos="4936">
          <p15:clr>
            <a:srgbClr val="F26B43"/>
          </p15:clr>
        </p15:guide>
        <p15:guide id="14" pos="5688">
          <p15:clr>
            <a:srgbClr val="F26B43"/>
          </p15:clr>
        </p15:guide>
        <p15:guide id="15" pos="5832">
          <p15:clr>
            <a:srgbClr val="F26B43"/>
          </p15:clr>
        </p15:guide>
        <p15:guide id="16" pos="6592">
          <p15:clr>
            <a:srgbClr val="F26B43"/>
          </p15:clr>
        </p15:guide>
        <p15:guide id="17" pos="6736">
          <p15:clr>
            <a:srgbClr val="F26B43"/>
          </p15:clr>
        </p15:guide>
        <p15:guide id="18" pos="7488">
          <p15:clr>
            <a:srgbClr val="F26B43"/>
          </p15:clr>
        </p15:guide>
        <p15:guide id="19" pos="7632">
          <p15:clr>
            <a:srgbClr val="F26B43"/>
          </p15:clr>
        </p15:guide>
        <p15:guide id="20" pos="8392">
          <p15:clr>
            <a:srgbClr val="F26B43"/>
          </p15:clr>
        </p15:guide>
        <p15:guide id="21" pos="8536">
          <p15:clr>
            <a:srgbClr val="F26B43"/>
          </p15:clr>
        </p15:guide>
        <p15:guide id="22" pos="9288">
          <p15:clr>
            <a:srgbClr val="F26B43"/>
          </p15:clr>
        </p15:guide>
        <p15:guide id="23" pos="9432">
          <p15:clr>
            <a:srgbClr val="F26B43"/>
          </p15:clr>
        </p15:guide>
        <p15:guide id="24" pos="10192">
          <p15:clr>
            <a:srgbClr val="F26B43"/>
          </p15:clr>
        </p15:guide>
        <p15:guide id="25" pos="10336">
          <p15:clr>
            <a:srgbClr val="F26B43"/>
          </p15:clr>
        </p15:guide>
        <p15:guide id="26" pos="11088">
          <p15:clr>
            <a:srgbClr val="F26B43"/>
          </p15:clr>
        </p15:guide>
        <p15:guide id="27" orient="horz">
          <p15:clr>
            <a:srgbClr val="F26B43"/>
          </p15:clr>
        </p15:guide>
        <p15:guide id="28" orient="horz" pos="6480">
          <p15:clr>
            <a:srgbClr val="F26B43"/>
          </p15:clr>
        </p15:guide>
        <p15:guide id="29" orient="horz" pos="432">
          <p15:clr>
            <a:srgbClr val="F26B43"/>
          </p15:clr>
        </p15:guide>
        <p15:guide id="30" orient="horz" pos="60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Slide Number Placeholder 6">
            <a:extLst>
              <a:ext uri="{FF2B5EF4-FFF2-40B4-BE49-F238E27FC236}">
                <a16:creationId xmlns:a16="http://schemas.microsoft.com/office/drawing/2014/main" id="{73201896-BC16-2F5F-D8AF-055D4C433F33}"/>
              </a:ext>
            </a:extLst>
          </p:cNvPr>
          <p:cNvSpPr>
            <a:spLocks noGrp="1"/>
          </p:cNvSpPr>
          <p:nvPr>
            <p:ph type="sldNum" sz="quarter" idx="4"/>
          </p:nvPr>
        </p:nvSpPr>
        <p:spPr>
          <a:xfrm>
            <a:off x="16402050" y="9663198"/>
            <a:ext cx="1200150" cy="184666"/>
          </a:xfrm>
          <a:prstGeom prst="rect">
            <a:avLst/>
          </a:prstGeom>
        </p:spPr>
        <p:txBody>
          <a:bodyPr vert="horz" wrap="square" lIns="0" tIns="0" rIns="0" bIns="0" rtlCol="0" anchor="ctr">
            <a:spAutoFit/>
          </a:bodyPr>
          <a:lstStyle>
            <a:lvl1pPr algn="r">
              <a:defRPr sz="1200">
                <a:solidFill>
                  <a:schemeClr val="bg2"/>
                </a:solidFill>
              </a:defRPr>
            </a:lvl1pPr>
          </a:lstStyle>
          <a:p>
            <a:fld id="{788E29E6-83F2-9B45-8ABC-D0D9D8FC3DD0}" type="slidenum">
              <a:rPr lang="en-US" smtClean="0"/>
              <a:pPr/>
              <a:t>‹#›</a:t>
            </a:fld>
            <a:endParaRPr lang="en-US"/>
          </a:p>
        </p:txBody>
      </p:sp>
    </p:spTree>
    <p:extLst>
      <p:ext uri="{BB962C8B-B14F-4D97-AF65-F5344CB8AC3E}">
        <p14:creationId xmlns:p14="http://schemas.microsoft.com/office/powerpoint/2010/main" val="920657110"/>
      </p:ext>
    </p:extLst>
  </p:cSld>
  <p:clrMap bg1="lt1" tx1="dk1" bg2="lt2" tx2="dk2" accent1="accent1" accent2="accent2" accent3="accent3" accent4="accent4" accent5="accent5" accent6="accent6" hlink="hlink" folHlink="folHlink"/>
  <p:sldLayoutIdLst>
    <p:sldLayoutId id="2147483712" r:id="rId1"/>
    <p:sldLayoutId id="2147483694" r:id="rId2"/>
    <p:sldLayoutId id="2147483695" r:id="rId3"/>
    <p:sldLayoutId id="2147483801" r:id="rId4"/>
    <p:sldLayoutId id="2147483698" r:id="rId5"/>
    <p:sldLayoutId id="2147483748" r:id="rId6"/>
    <p:sldLayoutId id="2147483800" r:id="rId7"/>
    <p:sldLayoutId id="2147483722" r:id="rId8"/>
    <p:sldLayoutId id="2147483740" r:id="rId9"/>
    <p:sldLayoutId id="2147483692" r:id="rId10"/>
    <p:sldLayoutId id="2147483739" r:id="rId11"/>
    <p:sldLayoutId id="2147483681" r:id="rId12"/>
    <p:sldLayoutId id="2147483720" r:id="rId13"/>
    <p:sldLayoutId id="2147483743" r:id="rId14"/>
  </p:sldLayoutIdLst>
  <p:hf hdr="0" ftr="0" dt="0"/>
  <p:txStyles>
    <p:titleStyle>
      <a:lvl1pPr algn="l" defTabSz="1371600" rtl="0" eaLnBrk="1" latinLnBrk="0" hangingPunct="1">
        <a:lnSpc>
          <a:spcPct val="90000"/>
        </a:lnSpc>
        <a:spcBef>
          <a:spcPct val="0"/>
        </a:spcBef>
        <a:buNone/>
        <a:defRPr sz="6600" b="1" kern="1200">
          <a:solidFill>
            <a:schemeClr val="tx1"/>
          </a:solidFill>
          <a:latin typeface="Xfinity Brown" panose="02010504010101010104" pitchFamily="2" charset="77"/>
          <a:ea typeface="+mj-ea"/>
          <a:cs typeface="Xfinity Brown" panose="02010504010101010104" pitchFamily="2" charset="77"/>
        </a:defRPr>
      </a:lvl1pPr>
    </p:titleStyle>
    <p:bodyStyle>
      <a:lvl1pPr marL="571500" indent="-5715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Xfinity Brown" panose="02010504010101010104" pitchFamily="2" charset="77"/>
          <a:ea typeface="+mn-ea"/>
          <a:cs typeface="Xfinity Brown" panose="02010504010101010104" pitchFamily="2" charset="77"/>
        </a:defRPr>
      </a:lvl1pPr>
      <a:lvl2pPr marL="1257300" indent="-5715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Xfinity Brown" panose="02010504010101010104" pitchFamily="2" charset="77"/>
          <a:ea typeface="+mn-ea"/>
          <a:cs typeface="Xfinity Brown" panose="02010504010101010104" pitchFamily="2" charset="77"/>
        </a:defRPr>
      </a:lvl2pPr>
      <a:lvl3pPr marL="1828800" indent="-4572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Xfinity Brown" panose="02010504010101010104" pitchFamily="2" charset="77"/>
          <a:ea typeface="+mn-ea"/>
          <a:cs typeface="Xfinity Brown" panose="02010504010101010104" pitchFamily="2" charset="77"/>
        </a:defRPr>
      </a:lvl3pPr>
      <a:lvl4pPr marL="2514600" indent="-4572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Xfinity Brown" panose="02010504010101010104" pitchFamily="2" charset="77"/>
          <a:ea typeface="+mn-ea"/>
          <a:cs typeface="Xfinity Brown" panose="02010504010101010104" pitchFamily="2" charset="77"/>
        </a:defRPr>
      </a:lvl4pPr>
      <a:lvl5pPr marL="3200400" indent="-4572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Xfinity Brown" panose="02010504010101010104" pitchFamily="2" charset="77"/>
          <a:ea typeface="+mn-ea"/>
          <a:cs typeface="Xfinity Brown" panose="02010504010101010104" pitchFamily="2" charset="77"/>
        </a:defRPr>
      </a:lvl5pPr>
      <a:lvl6pPr marL="3771900" indent="-342900" algn="l" defTabSz="1371600" rtl="0" eaLnBrk="1" latinLnBrk="0" hangingPunct="1">
        <a:lnSpc>
          <a:spcPct val="90000"/>
        </a:lnSpc>
        <a:spcBef>
          <a:spcPts val="750"/>
        </a:spcBef>
        <a:buFont typeface="Xfinity Brown" panose="02010504010101010104" pitchFamily="50"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Xfinity Brown" panose="02010504010101010104" pitchFamily="50"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Xfinity Brown" panose="02010504010101010104" pitchFamily="50"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Xfinity Brown" panose="02010504010101010104" pitchFamily="50"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11520" userDrawn="1">
          <p15:clr>
            <a:srgbClr val="F26B43"/>
          </p15:clr>
        </p15:guide>
        <p15:guide id="3" pos="432" userDrawn="1">
          <p15:clr>
            <a:srgbClr val="F26B43"/>
          </p15:clr>
        </p15:guide>
        <p15:guide id="4" pos="1188" userDrawn="1">
          <p15:clr>
            <a:srgbClr val="F26B43"/>
          </p15:clr>
        </p15:guide>
        <p15:guide id="5" pos="1332" userDrawn="1">
          <p15:clr>
            <a:srgbClr val="F26B43"/>
          </p15:clr>
        </p15:guide>
        <p15:guide id="6" pos="2088" userDrawn="1">
          <p15:clr>
            <a:srgbClr val="F26B43"/>
          </p15:clr>
        </p15:guide>
        <p15:guide id="7" pos="2232" userDrawn="1">
          <p15:clr>
            <a:srgbClr val="F26B43"/>
          </p15:clr>
        </p15:guide>
        <p15:guide id="8" pos="2988" userDrawn="1">
          <p15:clr>
            <a:srgbClr val="F26B43"/>
          </p15:clr>
        </p15:guide>
        <p15:guide id="9" pos="3132" userDrawn="1">
          <p15:clr>
            <a:srgbClr val="F26B43"/>
          </p15:clr>
        </p15:guide>
        <p15:guide id="10" pos="3888" userDrawn="1">
          <p15:clr>
            <a:srgbClr val="F26B43"/>
          </p15:clr>
        </p15:guide>
        <p15:guide id="11" pos="4032" userDrawn="1">
          <p15:clr>
            <a:srgbClr val="F26B43"/>
          </p15:clr>
        </p15:guide>
        <p15:guide id="12" pos="4788" userDrawn="1">
          <p15:clr>
            <a:srgbClr val="F26B43"/>
          </p15:clr>
        </p15:guide>
        <p15:guide id="13" pos="4932" userDrawn="1">
          <p15:clr>
            <a:srgbClr val="F26B43"/>
          </p15:clr>
        </p15:guide>
        <p15:guide id="14" pos="5688" userDrawn="1">
          <p15:clr>
            <a:srgbClr val="F26B43"/>
          </p15:clr>
        </p15:guide>
        <p15:guide id="15" pos="5832" userDrawn="1">
          <p15:clr>
            <a:srgbClr val="F26B43"/>
          </p15:clr>
        </p15:guide>
        <p15:guide id="16" pos="6588" userDrawn="1">
          <p15:clr>
            <a:srgbClr val="F26B43"/>
          </p15:clr>
        </p15:guide>
        <p15:guide id="17" pos="6732" userDrawn="1">
          <p15:clr>
            <a:srgbClr val="F26B43"/>
          </p15:clr>
        </p15:guide>
        <p15:guide id="18" pos="7488" userDrawn="1">
          <p15:clr>
            <a:srgbClr val="F26B43"/>
          </p15:clr>
        </p15:guide>
        <p15:guide id="19" pos="7632" userDrawn="1">
          <p15:clr>
            <a:srgbClr val="F26B43"/>
          </p15:clr>
        </p15:guide>
        <p15:guide id="20" pos="8388" userDrawn="1">
          <p15:clr>
            <a:srgbClr val="F26B43"/>
          </p15:clr>
        </p15:guide>
        <p15:guide id="21" pos="8532" userDrawn="1">
          <p15:clr>
            <a:srgbClr val="F26B43"/>
          </p15:clr>
        </p15:guide>
        <p15:guide id="22" pos="9288" userDrawn="1">
          <p15:clr>
            <a:srgbClr val="F26B43"/>
          </p15:clr>
        </p15:guide>
        <p15:guide id="23" pos="9432" userDrawn="1">
          <p15:clr>
            <a:srgbClr val="F26B43"/>
          </p15:clr>
        </p15:guide>
        <p15:guide id="24" pos="10188" userDrawn="1">
          <p15:clr>
            <a:srgbClr val="F26B43"/>
          </p15:clr>
        </p15:guide>
        <p15:guide id="25" pos="10332" userDrawn="1">
          <p15:clr>
            <a:srgbClr val="F26B43"/>
          </p15:clr>
        </p15:guide>
        <p15:guide id="26" pos="11088" userDrawn="1">
          <p15:clr>
            <a:srgbClr val="F26B43"/>
          </p15:clr>
        </p15:guide>
        <p15:guide id="27" orient="horz" userDrawn="1">
          <p15:clr>
            <a:srgbClr val="F26B43"/>
          </p15:clr>
        </p15:guide>
        <p15:guide id="28" orient="horz" pos="6480" userDrawn="1">
          <p15:clr>
            <a:srgbClr val="F26B43"/>
          </p15:clr>
        </p15:guide>
        <p15:guide id="29" orient="horz" pos="432" userDrawn="1">
          <p15:clr>
            <a:srgbClr val="F26B43"/>
          </p15:clr>
        </p15:guide>
        <p15:guide id="30" orient="horz" pos="60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4.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4.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0.xml.rels><?xml version="1.0" encoding="UTF-8" standalone="yes"?>
<Relationships xmlns="http://schemas.openxmlformats.org/package/2006/relationships"><Relationship Id="rId3" Type="http://schemas.openxmlformats.org/officeDocument/2006/relationships/hyperlink" Target="https://docs.kernel.org/admin-guide/mm/index.html" TargetMode="External"/><Relationship Id="rId2" Type="http://schemas.openxmlformats.org/officeDocument/2006/relationships/hyperlink" Target="https://developer.arm.com/documentation/den0013/d/The-Memory-Management-Unit" TargetMode="External"/><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93B2FD4-0A26-A837-D952-527BDE4D9AC3}"/>
              </a:ext>
            </a:extLst>
          </p:cNvPr>
          <p:cNvSpPr>
            <a:spLocks noGrp="1"/>
          </p:cNvSpPr>
          <p:nvPr>
            <p:ph type="body" sz="quarter" idx="11"/>
          </p:nvPr>
        </p:nvSpPr>
        <p:spPr>
          <a:xfrm>
            <a:off x="685799" y="3054571"/>
            <a:ext cx="8343899" cy="3490186"/>
          </a:xfrm>
        </p:spPr>
        <p:txBody>
          <a:bodyPr/>
          <a:lstStyle/>
          <a:p>
            <a:r>
              <a:rPr lang="en-US" dirty="0"/>
              <a:t>MMU</a:t>
            </a:r>
          </a:p>
          <a:p>
            <a:r>
              <a:rPr lang="en-US" dirty="0"/>
              <a:t>And</a:t>
            </a:r>
          </a:p>
          <a:p>
            <a:r>
              <a:rPr lang="en-US" dirty="0"/>
              <a:t>Overcommit</a:t>
            </a:r>
          </a:p>
        </p:txBody>
      </p:sp>
      <p:sp>
        <p:nvSpPr>
          <p:cNvPr id="7" name="Text Placeholder 6">
            <a:extLst>
              <a:ext uri="{FF2B5EF4-FFF2-40B4-BE49-F238E27FC236}">
                <a16:creationId xmlns:a16="http://schemas.microsoft.com/office/drawing/2014/main" id="{85FFB28B-BB0B-DC67-D87C-CD4B66CDCF69}"/>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74513512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A28F7E-E769-CFDE-008A-27DA13A727E5}"/>
              </a:ext>
            </a:extLst>
          </p:cNvPr>
          <p:cNvSpPr>
            <a:spLocks noGrp="1"/>
          </p:cNvSpPr>
          <p:nvPr>
            <p:ph type="body" sz="quarter" idx="11"/>
          </p:nvPr>
        </p:nvSpPr>
        <p:spPr>
          <a:xfrm>
            <a:off x="685799" y="3284122"/>
            <a:ext cx="6915151" cy="3490186"/>
          </a:xfrm>
        </p:spPr>
        <p:txBody>
          <a:bodyPr/>
          <a:lstStyle/>
          <a:p>
            <a:pPr lvl="0"/>
            <a:r>
              <a:rPr lang="en-US" dirty="0"/>
              <a:t>Memory</a:t>
            </a:r>
          </a:p>
          <a:p>
            <a:pPr lvl="0"/>
            <a:r>
              <a:rPr lang="en-US" dirty="0"/>
              <a:t>Management</a:t>
            </a:r>
          </a:p>
          <a:p>
            <a:pPr lvl="0"/>
            <a:r>
              <a:rPr lang="en-US" dirty="0"/>
              <a:t>Unit</a:t>
            </a:r>
          </a:p>
        </p:txBody>
      </p:sp>
      <p:sp>
        <p:nvSpPr>
          <p:cNvPr id="3" name="Text Placeholder 2">
            <a:extLst>
              <a:ext uri="{FF2B5EF4-FFF2-40B4-BE49-F238E27FC236}">
                <a16:creationId xmlns:a16="http://schemas.microsoft.com/office/drawing/2014/main" id="{AD8D1D7E-CEFF-F12B-9182-BD361E3C8F3F}"/>
              </a:ext>
            </a:extLst>
          </p:cNvPr>
          <p:cNvSpPr>
            <a:spLocks noGrp="1"/>
          </p:cNvSpPr>
          <p:nvPr>
            <p:ph type="body" sz="quarter" idx="15"/>
          </p:nvPr>
        </p:nvSpPr>
        <p:spPr/>
        <p:txBody>
          <a:bodyPr/>
          <a:lstStyle/>
          <a:p>
            <a:pPr lvl="0"/>
            <a:r>
              <a:rPr lang="en-US" dirty="0"/>
              <a:t>What is an MMU?</a:t>
            </a:r>
          </a:p>
        </p:txBody>
      </p:sp>
      <p:sp>
        <p:nvSpPr>
          <p:cNvPr id="4" name="Text Placeholder 3">
            <a:extLst>
              <a:ext uri="{FF2B5EF4-FFF2-40B4-BE49-F238E27FC236}">
                <a16:creationId xmlns:a16="http://schemas.microsoft.com/office/drawing/2014/main" id="{2EC93B80-573E-39F2-5115-66060EF2E8B9}"/>
              </a:ext>
            </a:extLst>
          </p:cNvPr>
          <p:cNvSpPr>
            <a:spLocks noGrp="1"/>
          </p:cNvSpPr>
          <p:nvPr>
            <p:ph type="body" sz="quarter" idx="12"/>
          </p:nvPr>
        </p:nvSpPr>
        <p:spPr>
          <a:xfrm>
            <a:off x="10687050" y="3284122"/>
            <a:ext cx="6915150" cy="3452035"/>
          </a:xfrm>
        </p:spPr>
        <p:txBody>
          <a:bodyPr/>
          <a:lstStyle/>
          <a:p>
            <a:r>
              <a:rPr lang="en-US" dirty="0">
                <a:solidFill>
                  <a:schemeClr val="tx1"/>
                </a:solidFill>
              </a:rPr>
              <a:t>The Memory Management Unit (MMU) abstracts Physical Memory into Virtual Memory. This abstraction allows various portions of the OS to have their own virtual memory maps thus providing safeguards to processes and permission restricted spaces. (i.e. kernel)</a:t>
            </a:r>
          </a:p>
          <a:p>
            <a:endParaRPr lang="en-US" dirty="0">
              <a:solidFill>
                <a:schemeClr val="tx1"/>
              </a:solidFill>
            </a:endParaRPr>
          </a:p>
          <a:p>
            <a:r>
              <a:rPr lang="en-US" dirty="0">
                <a:solidFill>
                  <a:schemeClr val="tx1"/>
                </a:solidFill>
              </a:rPr>
              <a:t>Every processor manufacturer will have a different implementation for their MMU architecture. However, the basic functionality will be the same, and invisible to the user. In this introduction we will focus on the ARM architecture.</a:t>
            </a:r>
          </a:p>
        </p:txBody>
      </p:sp>
      <p:sp>
        <p:nvSpPr>
          <p:cNvPr id="5" name="Text Placeholder 4">
            <a:extLst>
              <a:ext uri="{FF2B5EF4-FFF2-40B4-BE49-F238E27FC236}">
                <a16:creationId xmlns:a16="http://schemas.microsoft.com/office/drawing/2014/main" id="{45483EDC-6A3B-E7B1-9DFA-C3A017E40EDB}"/>
              </a:ext>
            </a:extLst>
          </p:cNvPr>
          <p:cNvSpPr>
            <a:spLocks noGrp="1"/>
          </p:cNvSpPr>
          <p:nvPr>
            <p:ph type="body" sz="quarter" idx="13"/>
          </p:nvPr>
        </p:nvSpPr>
        <p:spPr/>
        <p:txBody>
          <a:bodyPr/>
          <a:lstStyle/>
          <a:p>
            <a:r>
              <a:rPr lang="en-US" dirty="0"/>
              <a:t>MMU</a:t>
            </a:r>
          </a:p>
        </p:txBody>
      </p:sp>
    </p:spTree>
    <p:extLst>
      <p:ext uri="{BB962C8B-B14F-4D97-AF65-F5344CB8AC3E}">
        <p14:creationId xmlns:p14="http://schemas.microsoft.com/office/powerpoint/2010/main" val="212510303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76912-2003-A4E8-834E-8AA1D6C56E5A}"/>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4B62C8DD-A146-EC38-D50E-0D434F5E8289}"/>
              </a:ext>
            </a:extLst>
          </p:cNvPr>
          <p:cNvSpPr>
            <a:spLocks noGrp="1"/>
          </p:cNvSpPr>
          <p:nvPr>
            <p:ph type="body" sz="quarter" idx="26"/>
          </p:nvPr>
        </p:nvSpPr>
        <p:spPr>
          <a:xfrm>
            <a:off x="683288" y="2454442"/>
            <a:ext cx="8022562" cy="3095014"/>
          </a:xfrm>
        </p:spPr>
        <p:txBody>
          <a:bodyPr/>
          <a:lstStyle/>
          <a:p>
            <a:pPr marL="0" marR="0" lvl="1" indent="0" algn="l" defTabSz="412750" rtl="0" eaLnBrk="1" fontAlgn="auto" latinLnBrk="0" hangingPunct="1">
              <a:lnSpc>
                <a:spcPct val="120000"/>
              </a:lnSpc>
              <a:spcBef>
                <a:spcPts val="0"/>
              </a:spcBef>
              <a:spcAft>
                <a:spcPts val="600"/>
              </a:spcAft>
              <a:buClrTx/>
              <a:buSzTx/>
              <a:buFont typeface="Xfinity Brown" panose="02010504010101010104" pitchFamily="50" charset="0"/>
              <a:buNone/>
              <a:tabLst/>
              <a:defRPr/>
            </a:pPr>
            <a:r>
              <a:rPr kumimoji="0" lang="en-US" b="1" i="0" u="none" strike="noStrike" kern="0" cap="none" spc="0" normalizeH="0" baseline="0" noProof="0" dirty="0">
                <a:ln>
                  <a:noFill/>
                </a:ln>
                <a:solidFill>
                  <a:schemeClr val="accent1"/>
                </a:solidFill>
                <a:effectLst/>
                <a:uLnTx/>
                <a:uFillTx/>
                <a:latin typeface="Xfinity Brown"/>
                <a:ea typeface="Xfinity Brown" panose="02010504010101010104" pitchFamily="50" charset="0"/>
                <a:cs typeface="Xfinity Brown"/>
                <a:sym typeface="Xfinity Brown" panose="02010504010101010104" pitchFamily="50" charset="0"/>
              </a:rPr>
              <a:t>Memory Management Unit Block</a:t>
            </a:r>
          </a:p>
          <a:p>
            <a:pPr marL="282575" lvl="1" indent="-282575" defTabSz="412750">
              <a:lnSpc>
                <a:spcPct val="120000"/>
              </a:lnSpc>
              <a:buFont typeface="Arial" panose="020B0604020202020204" pitchFamily="34" charset="0"/>
              <a:buChar char="•"/>
              <a:defRPr/>
            </a:pPr>
            <a:r>
              <a:rPr kumimoji="0" lang="en-US" sz="1800" u="none" strike="noStrike" kern="0" cap="none" spc="0" normalizeH="0" baseline="0" noProof="0" dirty="0">
                <a:ln>
                  <a:noFill/>
                </a:ln>
                <a:solidFill>
                  <a:srgbClr val="000000"/>
                </a:solidFill>
                <a:effectLst/>
                <a:uLnTx/>
                <a:uFillTx/>
                <a:sym typeface="Xfinity Brown" panose="02010504010101010104" pitchFamily="50" charset="0"/>
              </a:rPr>
              <a:t>The ARM core processes instructions</a:t>
            </a:r>
          </a:p>
          <a:p>
            <a:pPr marL="282575" lvl="1" indent="-282575" defTabSz="412750">
              <a:lnSpc>
                <a:spcPct val="120000"/>
              </a:lnSpc>
              <a:buFont typeface="Arial" panose="020B0604020202020204" pitchFamily="34" charset="0"/>
              <a:buChar char="•"/>
              <a:defRPr/>
            </a:pPr>
            <a:r>
              <a:rPr kumimoji="0" lang="en-US" sz="1800" u="none" strike="noStrike" kern="0" cap="none" spc="0" normalizeH="0" baseline="0" noProof="0" dirty="0">
                <a:ln>
                  <a:noFill/>
                </a:ln>
                <a:solidFill>
                  <a:srgbClr val="000000"/>
                </a:solidFill>
                <a:effectLst/>
                <a:uLnTx/>
                <a:uFillTx/>
                <a:sym typeface="Xfinity Brown" panose="02010504010101010104" pitchFamily="50" charset="0"/>
              </a:rPr>
              <a:t>TLB: Translation Lookaside Buffer</a:t>
            </a:r>
          </a:p>
          <a:p>
            <a:pPr marL="282575" lvl="1" indent="-282575" defTabSz="412750">
              <a:lnSpc>
                <a:spcPct val="120000"/>
              </a:lnSpc>
              <a:buFont typeface="Arial" panose="020B0604020202020204" pitchFamily="34" charset="0"/>
              <a:buChar char="•"/>
              <a:defRPr/>
            </a:pPr>
            <a:r>
              <a:rPr kumimoji="0" lang="en-US" sz="1800" u="none" strike="noStrike" kern="0" cap="none" spc="0" normalizeH="0" baseline="0" noProof="0" dirty="0">
                <a:ln>
                  <a:noFill/>
                </a:ln>
                <a:solidFill>
                  <a:srgbClr val="000000"/>
                </a:solidFill>
                <a:effectLst/>
                <a:uLnTx/>
                <a:uFillTx/>
                <a:sym typeface="Xfinity Brown" panose="02010504010101010104" pitchFamily="50" charset="0"/>
              </a:rPr>
              <a:t>Table Walk Unit performs the actual walk across the table caches to see if we have a </a:t>
            </a:r>
            <a:r>
              <a:rPr lang="en-US" b="1" kern="0" dirty="0">
                <a:solidFill>
                  <a:srgbClr val="000000"/>
                </a:solidFill>
                <a:sym typeface="Xfinity Brown" panose="02010504010101010104" pitchFamily="50" charset="0"/>
              </a:rPr>
              <a:t>hit</a:t>
            </a:r>
            <a:r>
              <a:rPr lang="en-US" kern="0" dirty="0">
                <a:solidFill>
                  <a:srgbClr val="000000"/>
                </a:solidFill>
                <a:sym typeface="Xfinity Brown" panose="02010504010101010104" pitchFamily="50" charset="0"/>
              </a:rPr>
              <a:t> or </a:t>
            </a:r>
            <a:r>
              <a:rPr lang="en-US" b="1" kern="0" dirty="0">
                <a:solidFill>
                  <a:srgbClr val="000000"/>
                </a:solidFill>
                <a:sym typeface="Xfinity Brown" panose="02010504010101010104" pitchFamily="50" charset="0"/>
              </a:rPr>
              <a:t>miss</a:t>
            </a:r>
            <a:endParaRPr kumimoji="0" lang="en-US" sz="1800" u="none" strike="noStrike" kern="0" cap="none" spc="0" normalizeH="0" baseline="0" noProof="0" dirty="0">
              <a:ln>
                <a:noFill/>
              </a:ln>
              <a:solidFill>
                <a:srgbClr val="000000"/>
              </a:solidFill>
              <a:effectLst/>
              <a:uLnTx/>
              <a:uFillTx/>
              <a:sym typeface="Xfinity Brown" panose="02010504010101010104" pitchFamily="50" charset="0"/>
            </a:endParaRPr>
          </a:p>
          <a:p>
            <a:pPr marL="282575" lvl="1" indent="-282575" defTabSz="412750">
              <a:lnSpc>
                <a:spcPct val="120000"/>
              </a:lnSpc>
              <a:buFont typeface="Arial" panose="020B0604020202020204" pitchFamily="34" charset="0"/>
              <a:buChar char="•"/>
              <a:defRPr/>
            </a:pPr>
            <a:r>
              <a:rPr lang="en-US" kern="0" dirty="0">
                <a:solidFill>
                  <a:srgbClr val="000000"/>
                </a:solidFill>
                <a:sym typeface="Xfinity Brown" panose="02010504010101010104" pitchFamily="50" charset="0"/>
              </a:rPr>
              <a:t>There will be a TLB instance for both the Data Cache and the Instruction Cache </a:t>
            </a:r>
          </a:p>
          <a:p>
            <a:pPr marL="282575" lvl="1" indent="-282575" defTabSz="412750">
              <a:lnSpc>
                <a:spcPct val="120000"/>
              </a:lnSpc>
              <a:defRPr/>
            </a:pPr>
            <a:r>
              <a:rPr kumimoji="0" lang="en-US" sz="1800" u="none" strike="noStrike" kern="0" cap="none" spc="0" normalizeH="0" baseline="0" noProof="0" dirty="0">
                <a:ln>
                  <a:noFill/>
                </a:ln>
                <a:solidFill>
                  <a:srgbClr val="000000"/>
                </a:solidFill>
                <a:effectLst/>
                <a:uLnTx/>
                <a:uFillTx/>
                <a:sym typeface="Xfinity Brown" panose="02010504010101010104" pitchFamily="50" charset="0"/>
              </a:rPr>
              <a:t>The External memory may hold multiple levels of TLBs</a:t>
            </a:r>
          </a:p>
        </p:txBody>
      </p:sp>
      <p:sp>
        <p:nvSpPr>
          <p:cNvPr id="4" name="Text Placeholder 3">
            <a:extLst>
              <a:ext uri="{FF2B5EF4-FFF2-40B4-BE49-F238E27FC236}">
                <a16:creationId xmlns:a16="http://schemas.microsoft.com/office/drawing/2014/main" id="{318B211A-1CFB-8E14-5ACA-F39DF0D7575C}"/>
              </a:ext>
            </a:extLst>
          </p:cNvPr>
          <p:cNvSpPr>
            <a:spLocks noGrp="1"/>
          </p:cNvSpPr>
          <p:nvPr>
            <p:ph type="body" sz="quarter" idx="13"/>
          </p:nvPr>
        </p:nvSpPr>
        <p:spPr>
          <a:xfrm>
            <a:off x="685800" y="685800"/>
            <a:ext cx="5486400" cy="166688"/>
          </a:xfrm>
        </p:spPr>
        <p:txBody>
          <a:bodyPr>
            <a:normAutofit/>
          </a:bodyPr>
          <a:lstStyle/>
          <a:p>
            <a:r>
              <a:rPr lang="en-US" dirty="0"/>
              <a:t>MMU</a:t>
            </a:r>
          </a:p>
        </p:txBody>
      </p:sp>
      <p:sp>
        <p:nvSpPr>
          <p:cNvPr id="9" name="Text Placeholder 8">
            <a:extLst>
              <a:ext uri="{FF2B5EF4-FFF2-40B4-BE49-F238E27FC236}">
                <a16:creationId xmlns:a16="http://schemas.microsoft.com/office/drawing/2014/main" id="{EF337B02-1FF2-91D6-78CA-C15274075187}"/>
              </a:ext>
            </a:extLst>
          </p:cNvPr>
          <p:cNvSpPr>
            <a:spLocks noGrp="1"/>
          </p:cNvSpPr>
          <p:nvPr>
            <p:ph type="body" sz="quarter" idx="14"/>
          </p:nvPr>
        </p:nvSpPr>
        <p:spPr>
          <a:xfrm>
            <a:off x="685800" y="984379"/>
            <a:ext cx="14058900" cy="443198"/>
          </a:xfrm>
        </p:spPr>
        <p:txBody>
          <a:bodyPr/>
          <a:lstStyle/>
          <a:p>
            <a:pPr lvl="0"/>
            <a:r>
              <a:rPr lang="en-US" dirty="0"/>
              <a:t>MMU High-Level Architecture</a:t>
            </a:r>
          </a:p>
        </p:txBody>
      </p:sp>
      <p:sp>
        <p:nvSpPr>
          <p:cNvPr id="3" name="AutoShape 2" descr="Figure 9.2. The Memory Management Unit">
            <a:extLst>
              <a:ext uri="{FF2B5EF4-FFF2-40B4-BE49-F238E27FC236}">
                <a16:creationId xmlns:a16="http://schemas.microsoft.com/office/drawing/2014/main" id="{EE55C6A8-2030-860D-F2DB-E28CCE85A08E}"/>
              </a:ext>
            </a:extLst>
          </p:cNvPr>
          <p:cNvSpPr>
            <a:spLocks noChangeAspect="1" noChangeArrowheads="1"/>
          </p:cNvSpPr>
          <p:nvPr/>
        </p:nvSpPr>
        <p:spPr bwMode="auto">
          <a:xfrm>
            <a:off x="8991600" y="4991100"/>
            <a:ext cx="4602480" cy="460248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descr="A close-up of a sign&#10;&#10;AI-generated content may be incorrect.">
            <a:extLst>
              <a:ext uri="{FF2B5EF4-FFF2-40B4-BE49-F238E27FC236}">
                <a16:creationId xmlns:a16="http://schemas.microsoft.com/office/drawing/2014/main" id="{1808D232-2EFB-0CB7-0C18-5E244E28F49E}"/>
              </a:ext>
            </a:extLst>
          </p:cNvPr>
          <p:cNvPicPr>
            <a:picLocks noChangeAspect="1"/>
          </p:cNvPicPr>
          <p:nvPr/>
        </p:nvPicPr>
        <p:blipFill>
          <a:blip r:embed="rId2"/>
          <a:stretch>
            <a:fillRect/>
          </a:stretch>
        </p:blipFill>
        <p:spPr>
          <a:xfrm>
            <a:off x="6854192" y="1466859"/>
            <a:ext cx="11004304" cy="1742479"/>
          </a:xfrm>
          <a:prstGeom prst="rect">
            <a:avLst/>
          </a:prstGeom>
        </p:spPr>
      </p:pic>
    </p:spTree>
    <p:extLst>
      <p:ext uri="{BB962C8B-B14F-4D97-AF65-F5344CB8AC3E}">
        <p14:creationId xmlns:p14="http://schemas.microsoft.com/office/powerpoint/2010/main" val="373264736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5C27F-A741-170A-852E-C52654E356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4EC57-B3A9-E175-19BA-F08C9F23C350}"/>
              </a:ext>
            </a:extLst>
          </p:cNvPr>
          <p:cNvSpPr>
            <a:spLocks noGrp="1"/>
          </p:cNvSpPr>
          <p:nvPr>
            <p:ph type="title"/>
          </p:nvPr>
        </p:nvSpPr>
        <p:spPr>
          <a:xfrm>
            <a:off x="685800" y="987552"/>
            <a:ext cx="16234370" cy="443198"/>
          </a:xfrm>
        </p:spPr>
        <p:txBody>
          <a:bodyPr/>
          <a:lstStyle/>
          <a:p>
            <a:pPr lvl="0"/>
            <a:r>
              <a:rPr lang="en-US" dirty="0"/>
              <a:t>Translation Lookaside Buffer</a:t>
            </a:r>
          </a:p>
        </p:txBody>
      </p:sp>
      <p:sp>
        <p:nvSpPr>
          <p:cNvPr id="3" name="Text Placeholder 2">
            <a:extLst>
              <a:ext uri="{FF2B5EF4-FFF2-40B4-BE49-F238E27FC236}">
                <a16:creationId xmlns:a16="http://schemas.microsoft.com/office/drawing/2014/main" id="{9BCC649B-4588-955F-BB9D-B1D0E4114439}"/>
              </a:ext>
            </a:extLst>
          </p:cNvPr>
          <p:cNvSpPr>
            <a:spLocks noGrp="1"/>
          </p:cNvSpPr>
          <p:nvPr>
            <p:ph type="body" sz="quarter" idx="25"/>
          </p:nvPr>
        </p:nvSpPr>
        <p:spPr/>
        <p:txBody>
          <a:bodyPr/>
          <a:lstStyle/>
          <a:p>
            <a:r>
              <a:rPr lang="en-US" dirty="0"/>
              <a:t>MMU</a:t>
            </a:r>
          </a:p>
        </p:txBody>
      </p:sp>
      <p:sp>
        <p:nvSpPr>
          <p:cNvPr id="4" name="Text Placeholder 3">
            <a:extLst>
              <a:ext uri="{FF2B5EF4-FFF2-40B4-BE49-F238E27FC236}">
                <a16:creationId xmlns:a16="http://schemas.microsoft.com/office/drawing/2014/main" id="{0A17C3DD-DA80-96D8-4E30-E3CA42A8870C}"/>
              </a:ext>
            </a:extLst>
          </p:cNvPr>
          <p:cNvSpPr>
            <a:spLocks noGrp="1"/>
          </p:cNvSpPr>
          <p:nvPr>
            <p:ph type="body" sz="quarter" idx="26"/>
          </p:nvPr>
        </p:nvSpPr>
        <p:spPr>
          <a:xfrm>
            <a:off x="685802" y="2450592"/>
            <a:ext cx="8343898" cy="6803722"/>
          </a:xfrm>
        </p:spPr>
        <p:txBody>
          <a:bodyPr/>
          <a:lstStyle/>
          <a:p>
            <a:pPr marL="0" marR="0" lvl="1" indent="0" algn="l" defTabSz="412750" rtl="0" eaLnBrk="1" fontAlgn="auto" latinLnBrk="0" hangingPunct="1">
              <a:lnSpc>
                <a:spcPct val="120000"/>
              </a:lnSpc>
              <a:spcBef>
                <a:spcPts val="600"/>
              </a:spcBef>
              <a:spcAft>
                <a:spcPts val="600"/>
              </a:spcAft>
              <a:buClrTx/>
              <a:buSzTx/>
              <a:buFont typeface="Xfinity Brown" panose="02010504010101010104" pitchFamily="50" charset="0"/>
              <a:buNone/>
              <a:tabLst/>
              <a:defRPr/>
            </a:pPr>
            <a:r>
              <a:rPr kumimoji="0" lang="en-US" b="1" i="0" u="none" strike="noStrike" kern="0" cap="none" spc="0" normalizeH="0" baseline="0" noProof="0" dirty="0">
                <a:ln>
                  <a:noFill/>
                </a:ln>
                <a:solidFill>
                  <a:schemeClr val="accent1"/>
                </a:solidFill>
                <a:effectLst/>
                <a:uLnTx/>
                <a:uFillTx/>
                <a:latin typeface="Xfinity Brown"/>
                <a:ea typeface="Xfinity Brown" panose="02010504010101010104" pitchFamily="50" charset="0"/>
                <a:cs typeface="Xfinity Brown"/>
                <a:sym typeface="Xfinity Brown" panose="02010504010101010104" pitchFamily="50" charset="0"/>
              </a:rPr>
              <a:t>Simply an Address Lookup</a:t>
            </a:r>
          </a:p>
          <a:p>
            <a:pPr marL="282575" lvl="1"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A TLB is essentially a simple mapping from Virtual Address (VA) to a Physical Address (PA)</a:t>
            </a:r>
          </a:p>
          <a:p>
            <a:pPr marL="282575" lvl="1"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A TLB will often be broken into two, or more, levels (i.e. L1 and L2)</a:t>
            </a:r>
          </a:p>
          <a:p>
            <a:pPr marL="282575" lvl="1"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TLBs were started during the 32-bit era and are limited in size to 4GB.</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For 64-bit systems the </a:t>
            </a:r>
            <a:r>
              <a:rPr lang="en-US" kern="0" dirty="0" err="1">
                <a:solidFill>
                  <a:srgbClr val="000000"/>
                </a:solidFill>
                <a:sym typeface="Xfinity Brown" panose="02010504010101010104" pitchFamily="50" charset="0"/>
              </a:rPr>
              <a:t>HugeTLB</a:t>
            </a:r>
            <a:r>
              <a:rPr lang="en-US" kern="0" dirty="0">
                <a:solidFill>
                  <a:srgbClr val="000000"/>
                </a:solidFill>
                <a:sym typeface="Xfinity Brown" panose="02010504010101010104" pitchFamily="50" charset="0"/>
              </a:rPr>
              <a:t>, or Large Physical Address Extensions, help cover very large arrays of memory</a:t>
            </a:r>
          </a:p>
          <a:p>
            <a:pPr marL="282575" lvl="1" indent="-282575" defTabSz="412750">
              <a:lnSpc>
                <a:spcPct val="120000"/>
              </a:lnSpc>
              <a:spcBef>
                <a:spcPts val="600"/>
              </a:spcBef>
              <a:defRPr/>
            </a:pPr>
            <a:r>
              <a:rPr lang="en-US" kern="0" dirty="0">
                <a:solidFill>
                  <a:srgbClr val="000000"/>
                </a:solidFill>
                <a:sym typeface="Xfinity Brown" panose="02010504010101010104" pitchFamily="50" charset="0"/>
              </a:rPr>
              <a:t>The L1 TLB will be made up of 4096 16MB or 1MB memory page mappings with the most common being 1MB pages</a:t>
            </a:r>
          </a:p>
          <a:p>
            <a:pPr marL="711200" lvl="2" indent="-282575" defTabSz="412750">
              <a:lnSpc>
                <a:spcPct val="120000"/>
              </a:lnSpc>
              <a:spcBef>
                <a:spcPts val="600"/>
              </a:spcBef>
              <a:defRPr/>
            </a:pPr>
            <a:r>
              <a:rPr lang="en-US" kern="0" dirty="0">
                <a:solidFill>
                  <a:srgbClr val="000000"/>
                </a:solidFill>
                <a:sym typeface="Xfinity Brown" panose="02010504010101010104" pitchFamily="50" charset="0"/>
              </a:rPr>
              <a:t>The L1 TLB page entry may point to either physical memory, or to an L2 TLB</a:t>
            </a:r>
          </a:p>
          <a:p>
            <a:pPr marL="282575" lvl="1" indent="-282575" defTabSz="412750">
              <a:lnSpc>
                <a:spcPct val="120000"/>
              </a:lnSpc>
              <a:spcBef>
                <a:spcPts val="600"/>
              </a:spcBef>
              <a:defRPr/>
            </a:pPr>
            <a:r>
              <a:rPr lang="en-US" kern="0" dirty="0">
                <a:solidFill>
                  <a:srgbClr val="000000"/>
                </a:solidFill>
                <a:sym typeface="Xfinity Brown" panose="02010504010101010104" pitchFamily="50" charset="0"/>
              </a:rPr>
              <a:t>The L2 TLB, if there is one, contains 256 (1KB worth) of either 4KB or 64KB physical memory pages</a:t>
            </a:r>
          </a:p>
          <a:p>
            <a:pPr marL="282575" lvl="1" indent="-282575" defTabSz="412750">
              <a:lnSpc>
                <a:spcPct val="120000"/>
              </a:lnSpc>
              <a:spcBef>
                <a:spcPts val="600"/>
              </a:spcBef>
              <a:defRPr/>
            </a:pPr>
            <a:r>
              <a:rPr lang="en-US" kern="0" dirty="0">
                <a:solidFill>
                  <a:srgbClr val="000000"/>
                </a:solidFill>
                <a:sym typeface="Xfinity Brown" panose="02010504010101010104" pitchFamily="50" charset="0"/>
              </a:rPr>
              <a:t>A TLB represents the virtual address assignment for a given </a:t>
            </a:r>
            <a:r>
              <a:rPr lang="en-US" i="1" kern="0" dirty="0">
                <a:solidFill>
                  <a:srgbClr val="000000"/>
                </a:solidFill>
                <a:sym typeface="Xfinity Brown" panose="02010504010101010104" pitchFamily="50" charset="0"/>
              </a:rPr>
              <a:t>context</a:t>
            </a:r>
            <a:r>
              <a:rPr lang="en-US" kern="0" dirty="0">
                <a:solidFill>
                  <a:srgbClr val="000000"/>
                </a:solidFill>
                <a:sym typeface="Xfinity Brown" panose="02010504010101010104" pitchFamily="50" charset="0"/>
              </a:rPr>
              <a:t> and thus will be different for each process</a:t>
            </a:r>
          </a:p>
          <a:p>
            <a:pPr marL="282575" lvl="1" indent="-282575" defTabSz="412750">
              <a:lnSpc>
                <a:spcPct val="120000"/>
              </a:lnSpc>
              <a:spcBef>
                <a:spcPts val="600"/>
              </a:spcBef>
              <a:defRPr/>
            </a:pPr>
            <a:r>
              <a:rPr lang="en-US" kern="0" dirty="0">
                <a:solidFill>
                  <a:srgbClr val="000000"/>
                </a:solidFill>
                <a:sym typeface="Xfinity Brown" panose="02010504010101010104" pitchFamily="50" charset="0"/>
              </a:rPr>
              <a:t>A TLB page </a:t>
            </a:r>
            <a:r>
              <a:rPr lang="en-US" b="1" kern="0" dirty="0">
                <a:solidFill>
                  <a:srgbClr val="000000"/>
                </a:solidFill>
                <a:sym typeface="Xfinity Brown" panose="02010504010101010104" pitchFamily="50" charset="0"/>
              </a:rPr>
              <a:t>hit</a:t>
            </a:r>
            <a:r>
              <a:rPr lang="en-US" kern="0" dirty="0">
                <a:solidFill>
                  <a:srgbClr val="000000"/>
                </a:solidFill>
                <a:sym typeface="Xfinity Brown" panose="02010504010101010104" pitchFamily="50" charset="0"/>
              </a:rPr>
              <a:t> and </a:t>
            </a:r>
            <a:r>
              <a:rPr lang="en-US" b="1" kern="0" dirty="0">
                <a:solidFill>
                  <a:srgbClr val="000000"/>
                </a:solidFill>
                <a:sym typeface="Xfinity Brown" panose="02010504010101010104" pitchFamily="50" charset="0"/>
              </a:rPr>
              <a:t>miss</a:t>
            </a:r>
            <a:r>
              <a:rPr lang="en-US" kern="0" dirty="0">
                <a:solidFill>
                  <a:srgbClr val="000000"/>
                </a:solidFill>
                <a:sym typeface="Xfinity Brown" panose="02010504010101010104" pitchFamily="50" charset="0"/>
              </a:rPr>
              <a:t> represent when the memory requested does not have a physical mapping in the cache</a:t>
            </a:r>
          </a:p>
          <a:p>
            <a:pPr marL="282575" lvl="1" indent="-282575" defTabSz="412750">
              <a:lnSpc>
                <a:spcPct val="120000"/>
              </a:lnSpc>
              <a:spcBef>
                <a:spcPts val="600"/>
              </a:spcBef>
              <a:defRPr/>
            </a:pPr>
            <a:endParaRPr lang="en-US" kern="0" dirty="0">
              <a:solidFill>
                <a:srgbClr val="000000"/>
              </a:solidFill>
              <a:sym typeface="Xfinity Brown" panose="02010504010101010104" pitchFamily="50" charset="0"/>
            </a:endParaRPr>
          </a:p>
        </p:txBody>
      </p:sp>
    </p:spTree>
    <p:extLst>
      <p:ext uri="{BB962C8B-B14F-4D97-AF65-F5344CB8AC3E}">
        <p14:creationId xmlns:p14="http://schemas.microsoft.com/office/powerpoint/2010/main" val="1940112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44CD2-DCD8-7EE1-838E-FCF1D8B03C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741E83-F617-A446-D5D5-5B6D6A9FC20E}"/>
              </a:ext>
            </a:extLst>
          </p:cNvPr>
          <p:cNvSpPr>
            <a:spLocks noGrp="1"/>
          </p:cNvSpPr>
          <p:nvPr>
            <p:ph type="title"/>
          </p:nvPr>
        </p:nvSpPr>
        <p:spPr>
          <a:xfrm>
            <a:off x="685800" y="987552"/>
            <a:ext cx="16234370" cy="443198"/>
          </a:xfrm>
        </p:spPr>
        <p:txBody>
          <a:bodyPr/>
          <a:lstStyle/>
          <a:p>
            <a:pPr lvl="0"/>
            <a:r>
              <a:rPr lang="en-US" dirty="0"/>
              <a:t>L1 TLB 1MB Pages</a:t>
            </a:r>
          </a:p>
        </p:txBody>
      </p:sp>
      <p:sp>
        <p:nvSpPr>
          <p:cNvPr id="3" name="Text Placeholder 2">
            <a:extLst>
              <a:ext uri="{FF2B5EF4-FFF2-40B4-BE49-F238E27FC236}">
                <a16:creationId xmlns:a16="http://schemas.microsoft.com/office/drawing/2014/main" id="{A9FA9955-86B4-BA13-BD7F-1FFAF806F5A4}"/>
              </a:ext>
            </a:extLst>
          </p:cNvPr>
          <p:cNvSpPr>
            <a:spLocks noGrp="1"/>
          </p:cNvSpPr>
          <p:nvPr>
            <p:ph type="body" sz="quarter" idx="25"/>
          </p:nvPr>
        </p:nvSpPr>
        <p:spPr/>
        <p:txBody>
          <a:bodyPr/>
          <a:lstStyle/>
          <a:p>
            <a:r>
              <a:rPr lang="en-US" dirty="0"/>
              <a:t>MMU</a:t>
            </a:r>
          </a:p>
        </p:txBody>
      </p:sp>
      <p:sp>
        <p:nvSpPr>
          <p:cNvPr id="4" name="Text Placeholder 3">
            <a:extLst>
              <a:ext uri="{FF2B5EF4-FFF2-40B4-BE49-F238E27FC236}">
                <a16:creationId xmlns:a16="http://schemas.microsoft.com/office/drawing/2014/main" id="{E4DD5E7B-2527-F032-F16D-4207303CBCD4}"/>
              </a:ext>
            </a:extLst>
          </p:cNvPr>
          <p:cNvSpPr>
            <a:spLocks noGrp="1"/>
          </p:cNvSpPr>
          <p:nvPr>
            <p:ph type="body" sz="quarter" idx="26"/>
          </p:nvPr>
        </p:nvSpPr>
        <p:spPr>
          <a:xfrm>
            <a:off x="685802" y="2450592"/>
            <a:ext cx="8343898" cy="3504357"/>
          </a:xfrm>
        </p:spPr>
        <p:txBody>
          <a:bodyPr/>
          <a:lstStyle/>
          <a:p>
            <a:pPr marL="282575" lvl="1"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The first 12bits of a virtual address correspond to the index of the 1MB entry</a:t>
            </a:r>
          </a:p>
          <a:p>
            <a:pPr marL="282575" lvl="1"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The table entry contains a “first level descriptor” which may be one of four values</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A “fault” entry that generates an Abort Exception (SIGABRT)</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An entry that points to an L2 TLB</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A 1MB section mapping to physical address</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A 16MB </a:t>
            </a:r>
            <a:r>
              <a:rPr lang="en-US" kern="0" dirty="0" err="1">
                <a:solidFill>
                  <a:srgbClr val="000000"/>
                </a:solidFill>
                <a:sym typeface="Xfinity Brown" panose="02010504010101010104" pitchFamily="50" charset="0"/>
              </a:rPr>
              <a:t>supersection</a:t>
            </a:r>
            <a:endParaRPr lang="en-US" kern="0" dirty="0">
              <a:solidFill>
                <a:srgbClr val="000000"/>
              </a:solidFill>
              <a:sym typeface="Xfinity Brown" panose="02010504010101010104" pitchFamily="50" charset="0"/>
            </a:endParaRPr>
          </a:p>
          <a:p>
            <a:pPr marL="711200" lvl="2" indent="-282575" defTabSz="412750">
              <a:lnSpc>
                <a:spcPct val="120000"/>
              </a:lnSpc>
              <a:spcBef>
                <a:spcPts val="600"/>
              </a:spcBef>
              <a:buFont typeface="Arial" panose="020B0604020202020204" pitchFamily="34" charset="0"/>
              <a:buChar char="•"/>
              <a:defRPr/>
            </a:pPr>
            <a:endParaRPr lang="en-US" kern="0" dirty="0">
              <a:solidFill>
                <a:srgbClr val="000000"/>
              </a:solidFill>
              <a:sym typeface="Xfinity Brown" panose="02010504010101010104" pitchFamily="50" charset="0"/>
            </a:endParaRPr>
          </a:p>
          <a:p>
            <a:pPr marL="282575" lvl="1" indent="-282575" defTabSz="412750">
              <a:lnSpc>
                <a:spcPct val="120000"/>
              </a:lnSpc>
              <a:spcBef>
                <a:spcPts val="600"/>
              </a:spcBef>
              <a:defRPr/>
            </a:pPr>
            <a:endParaRPr lang="en-US" kern="0" dirty="0">
              <a:solidFill>
                <a:srgbClr val="000000"/>
              </a:solidFill>
              <a:sym typeface="Xfinity Brown" panose="02010504010101010104" pitchFamily="50" charset="0"/>
            </a:endParaRPr>
          </a:p>
        </p:txBody>
      </p:sp>
      <p:pic>
        <p:nvPicPr>
          <p:cNvPr id="5" name="Picture 4" descr="A screenshot of a computer program&#10;&#10;AI-generated content may be incorrect.">
            <a:extLst>
              <a:ext uri="{FF2B5EF4-FFF2-40B4-BE49-F238E27FC236}">
                <a16:creationId xmlns:a16="http://schemas.microsoft.com/office/drawing/2014/main" id="{6E663049-D627-0187-33E9-4C39F1467C91}"/>
              </a:ext>
            </a:extLst>
          </p:cNvPr>
          <p:cNvPicPr>
            <a:picLocks noChangeAspect="1"/>
          </p:cNvPicPr>
          <p:nvPr/>
        </p:nvPicPr>
        <p:blipFill>
          <a:blip r:embed="rId2"/>
          <a:stretch>
            <a:fillRect/>
          </a:stretch>
        </p:blipFill>
        <p:spPr>
          <a:xfrm>
            <a:off x="7748707" y="6409280"/>
            <a:ext cx="9171463" cy="2437540"/>
          </a:xfrm>
          <a:prstGeom prst="rect">
            <a:avLst/>
          </a:prstGeom>
        </p:spPr>
      </p:pic>
      <p:pic>
        <p:nvPicPr>
          <p:cNvPr id="6" name="Picture 5" descr="A white rectangle with black text&#10;&#10;AI-generated content may be incorrect.">
            <a:extLst>
              <a:ext uri="{FF2B5EF4-FFF2-40B4-BE49-F238E27FC236}">
                <a16:creationId xmlns:a16="http://schemas.microsoft.com/office/drawing/2014/main" id="{3E7885EE-E1AE-50F0-46B7-055C7B26DF05}"/>
              </a:ext>
            </a:extLst>
          </p:cNvPr>
          <p:cNvPicPr>
            <a:picLocks noChangeAspect="1"/>
          </p:cNvPicPr>
          <p:nvPr/>
        </p:nvPicPr>
        <p:blipFill>
          <a:blip r:embed="rId3"/>
          <a:stretch>
            <a:fillRect/>
          </a:stretch>
        </p:blipFill>
        <p:spPr>
          <a:xfrm>
            <a:off x="10129797" y="3154375"/>
            <a:ext cx="6790373" cy="2096790"/>
          </a:xfrm>
          <a:prstGeom prst="rect">
            <a:avLst/>
          </a:prstGeom>
        </p:spPr>
      </p:pic>
    </p:spTree>
    <p:extLst>
      <p:ext uri="{BB962C8B-B14F-4D97-AF65-F5344CB8AC3E}">
        <p14:creationId xmlns:p14="http://schemas.microsoft.com/office/powerpoint/2010/main" val="2970538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988C9-1D1E-EF72-B260-A4C690156C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3A1D87-A079-DD25-3AC2-CAC9D47AA600}"/>
              </a:ext>
            </a:extLst>
          </p:cNvPr>
          <p:cNvSpPr>
            <a:spLocks noGrp="1"/>
          </p:cNvSpPr>
          <p:nvPr>
            <p:ph type="title"/>
          </p:nvPr>
        </p:nvSpPr>
        <p:spPr>
          <a:xfrm>
            <a:off x="685800" y="987552"/>
            <a:ext cx="16234370" cy="443198"/>
          </a:xfrm>
        </p:spPr>
        <p:txBody>
          <a:bodyPr/>
          <a:lstStyle/>
          <a:p>
            <a:pPr lvl="0"/>
            <a:r>
              <a:rPr lang="en-US" dirty="0"/>
              <a:t>L2 TLB 4KB Pages</a:t>
            </a:r>
          </a:p>
        </p:txBody>
      </p:sp>
      <p:sp>
        <p:nvSpPr>
          <p:cNvPr id="3" name="Text Placeholder 2">
            <a:extLst>
              <a:ext uri="{FF2B5EF4-FFF2-40B4-BE49-F238E27FC236}">
                <a16:creationId xmlns:a16="http://schemas.microsoft.com/office/drawing/2014/main" id="{055D5268-C3D9-9365-2629-D28A9AF0B5E4}"/>
              </a:ext>
            </a:extLst>
          </p:cNvPr>
          <p:cNvSpPr>
            <a:spLocks noGrp="1"/>
          </p:cNvSpPr>
          <p:nvPr>
            <p:ph type="body" sz="quarter" idx="25"/>
          </p:nvPr>
        </p:nvSpPr>
        <p:spPr/>
        <p:txBody>
          <a:bodyPr/>
          <a:lstStyle/>
          <a:p>
            <a:r>
              <a:rPr lang="en-US" dirty="0"/>
              <a:t>MMU</a:t>
            </a:r>
          </a:p>
        </p:txBody>
      </p:sp>
      <p:sp>
        <p:nvSpPr>
          <p:cNvPr id="4" name="Text Placeholder 3">
            <a:extLst>
              <a:ext uri="{FF2B5EF4-FFF2-40B4-BE49-F238E27FC236}">
                <a16:creationId xmlns:a16="http://schemas.microsoft.com/office/drawing/2014/main" id="{C1EC1F84-56BC-505A-646E-6DAC1501C785}"/>
              </a:ext>
            </a:extLst>
          </p:cNvPr>
          <p:cNvSpPr>
            <a:spLocks noGrp="1"/>
          </p:cNvSpPr>
          <p:nvPr>
            <p:ph type="body" sz="quarter" idx="26"/>
          </p:nvPr>
        </p:nvSpPr>
        <p:spPr>
          <a:xfrm>
            <a:off x="685802" y="2450592"/>
            <a:ext cx="8343898" cy="3913700"/>
          </a:xfrm>
        </p:spPr>
        <p:txBody>
          <a:bodyPr/>
          <a:lstStyle/>
          <a:p>
            <a:pPr marL="282575" lvl="1"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The middle 8bits of a virtual address correspond to the index of the 4KB entry</a:t>
            </a:r>
          </a:p>
          <a:p>
            <a:pPr marL="282575" lvl="1"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The table entry contains a “second level descriptor” which may be one of three values</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A “fault” entry that generates an Abort Exception (SIGABRT)</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A large page (16KB) descriptor</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A small page (4KB) descriptor</a:t>
            </a:r>
          </a:p>
          <a:p>
            <a:pPr marL="282575" lvl="1" indent="-282575" defTabSz="412750">
              <a:lnSpc>
                <a:spcPct val="120000"/>
              </a:lnSpc>
              <a:spcBef>
                <a:spcPts val="600"/>
              </a:spcBef>
              <a:defRPr/>
            </a:pPr>
            <a:endParaRPr lang="en-US" kern="0" dirty="0">
              <a:solidFill>
                <a:srgbClr val="000000"/>
              </a:solidFill>
              <a:sym typeface="Xfinity Brown" panose="02010504010101010104" pitchFamily="50" charset="0"/>
            </a:endParaRPr>
          </a:p>
          <a:p>
            <a:pPr marL="282575" lvl="1" indent="-282575" defTabSz="412750">
              <a:lnSpc>
                <a:spcPct val="120000"/>
              </a:lnSpc>
              <a:spcBef>
                <a:spcPts val="600"/>
              </a:spcBef>
              <a:defRPr/>
            </a:pPr>
            <a:endParaRPr lang="en-US" kern="0" dirty="0">
              <a:solidFill>
                <a:srgbClr val="000000"/>
              </a:solidFill>
              <a:sym typeface="Xfinity Brown" panose="02010504010101010104" pitchFamily="50" charset="0"/>
            </a:endParaRPr>
          </a:p>
          <a:p>
            <a:pPr marL="711200" lvl="2" indent="-282575" defTabSz="412750">
              <a:lnSpc>
                <a:spcPct val="120000"/>
              </a:lnSpc>
              <a:spcBef>
                <a:spcPts val="600"/>
              </a:spcBef>
              <a:buFont typeface="Arial" panose="020B0604020202020204" pitchFamily="34" charset="0"/>
              <a:buChar char="•"/>
              <a:defRPr/>
            </a:pPr>
            <a:endParaRPr lang="en-US" kern="0" dirty="0">
              <a:solidFill>
                <a:srgbClr val="000000"/>
              </a:solidFill>
              <a:sym typeface="Xfinity Brown" panose="02010504010101010104" pitchFamily="50" charset="0"/>
            </a:endParaRPr>
          </a:p>
          <a:p>
            <a:pPr marL="282575" lvl="1" indent="-282575" defTabSz="412750">
              <a:lnSpc>
                <a:spcPct val="120000"/>
              </a:lnSpc>
              <a:spcBef>
                <a:spcPts val="600"/>
              </a:spcBef>
              <a:defRPr/>
            </a:pPr>
            <a:endParaRPr lang="en-US" kern="0" dirty="0">
              <a:solidFill>
                <a:srgbClr val="000000"/>
              </a:solidFill>
              <a:sym typeface="Xfinity Brown" panose="02010504010101010104" pitchFamily="50" charset="0"/>
            </a:endParaRPr>
          </a:p>
        </p:txBody>
      </p:sp>
      <p:pic>
        <p:nvPicPr>
          <p:cNvPr id="5" name="Picture 4" descr="A white rectangle with black text&#10;&#10;AI-generated content may be incorrect.">
            <a:extLst>
              <a:ext uri="{FF2B5EF4-FFF2-40B4-BE49-F238E27FC236}">
                <a16:creationId xmlns:a16="http://schemas.microsoft.com/office/drawing/2014/main" id="{DAFBE37B-397E-3BDE-6D1D-9B400D0F37AC}"/>
              </a:ext>
            </a:extLst>
          </p:cNvPr>
          <p:cNvPicPr>
            <a:picLocks noChangeAspect="1"/>
          </p:cNvPicPr>
          <p:nvPr/>
        </p:nvPicPr>
        <p:blipFill>
          <a:blip r:embed="rId2"/>
          <a:stretch>
            <a:fillRect/>
          </a:stretch>
        </p:blipFill>
        <p:spPr>
          <a:xfrm>
            <a:off x="10129797" y="3046710"/>
            <a:ext cx="6790373" cy="209679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33BB64BE-E3D1-6F75-F99E-88C3B9EA08C4}"/>
              </a:ext>
            </a:extLst>
          </p:cNvPr>
          <p:cNvPicPr>
            <a:picLocks noChangeAspect="1"/>
          </p:cNvPicPr>
          <p:nvPr/>
        </p:nvPicPr>
        <p:blipFill>
          <a:blip r:embed="rId3"/>
          <a:stretch>
            <a:fillRect/>
          </a:stretch>
        </p:blipFill>
        <p:spPr>
          <a:xfrm>
            <a:off x="6879448" y="5879558"/>
            <a:ext cx="10040722" cy="2096790"/>
          </a:xfrm>
          <a:prstGeom prst="rect">
            <a:avLst/>
          </a:prstGeom>
        </p:spPr>
      </p:pic>
    </p:spTree>
    <p:extLst>
      <p:ext uri="{BB962C8B-B14F-4D97-AF65-F5344CB8AC3E}">
        <p14:creationId xmlns:p14="http://schemas.microsoft.com/office/powerpoint/2010/main" val="3304062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7400E-155A-3FAC-FDFA-AB9F43F198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F8962-C44E-7D12-4641-DEC2BD447CB8}"/>
              </a:ext>
            </a:extLst>
          </p:cNvPr>
          <p:cNvSpPr>
            <a:spLocks noGrp="1"/>
          </p:cNvSpPr>
          <p:nvPr>
            <p:ph type="title"/>
          </p:nvPr>
        </p:nvSpPr>
        <p:spPr>
          <a:xfrm>
            <a:off x="685800" y="987552"/>
            <a:ext cx="16234370" cy="443198"/>
          </a:xfrm>
        </p:spPr>
        <p:txBody>
          <a:bodyPr/>
          <a:lstStyle/>
          <a:p>
            <a:pPr lvl="0"/>
            <a:r>
              <a:rPr lang="en-US" dirty="0"/>
              <a:t>MMU Hit/Miss</a:t>
            </a:r>
          </a:p>
        </p:txBody>
      </p:sp>
      <p:sp>
        <p:nvSpPr>
          <p:cNvPr id="3" name="Text Placeholder 2">
            <a:extLst>
              <a:ext uri="{FF2B5EF4-FFF2-40B4-BE49-F238E27FC236}">
                <a16:creationId xmlns:a16="http://schemas.microsoft.com/office/drawing/2014/main" id="{178A78DA-597F-2BE0-A989-7954705869D9}"/>
              </a:ext>
            </a:extLst>
          </p:cNvPr>
          <p:cNvSpPr>
            <a:spLocks noGrp="1"/>
          </p:cNvSpPr>
          <p:nvPr>
            <p:ph type="body" sz="quarter" idx="25"/>
          </p:nvPr>
        </p:nvSpPr>
        <p:spPr/>
        <p:txBody>
          <a:bodyPr/>
          <a:lstStyle/>
          <a:p>
            <a:r>
              <a:rPr lang="en-US" dirty="0"/>
              <a:t>MMU</a:t>
            </a:r>
          </a:p>
        </p:txBody>
      </p:sp>
      <p:sp>
        <p:nvSpPr>
          <p:cNvPr id="4" name="Text Placeholder 3">
            <a:extLst>
              <a:ext uri="{FF2B5EF4-FFF2-40B4-BE49-F238E27FC236}">
                <a16:creationId xmlns:a16="http://schemas.microsoft.com/office/drawing/2014/main" id="{B222001B-5B84-411C-E76E-6F2A2C820CFD}"/>
              </a:ext>
            </a:extLst>
          </p:cNvPr>
          <p:cNvSpPr>
            <a:spLocks noGrp="1"/>
          </p:cNvSpPr>
          <p:nvPr>
            <p:ph type="body" sz="quarter" idx="26"/>
          </p:nvPr>
        </p:nvSpPr>
        <p:spPr>
          <a:xfrm>
            <a:off x="685802" y="2450592"/>
            <a:ext cx="8343898" cy="7877862"/>
          </a:xfrm>
        </p:spPr>
        <p:txBody>
          <a:bodyPr/>
          <a:lstStyle/>
          <a:p>
            <a:pPr marL="282575" lvl="1"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If the physical address has been accessed before then it will be cached within the TLB. If this is the situation there will be no cost to processor.</a:t>
            </a:r>
          </a:p>
          <a:p>
            <a:pPr marL="282575" lvl="1"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If the is no physical address associated with the virtual address within the TLB then a </a:t>
            </a:r>
            <a:r>
              <a:rPr lang="en-US" b="1" kern="0" dirty="0">
                <a:solidFill>
                  <a:srgbClr val="000000"/>
                </a:solidFill>
                <a:sym typeface="Xfinity Brown" panose="02010504010101010104" pitchFamily="50" charset="0"/>
              </a:rPr>
              <a:t>miss</a:t>
            </a:r>
            <a:r>
              <a:rPr lang="en-US" kern="0" dirty="0">
                <a:solidFill>
                  <a:srgbClr val="000000"/>
                </a:solidFill>
                <a:sym typeface="Xfinity Brown" panose="02010504010101010104" pitchFamily="50" charset="0"/>
              </a:rPr>
              <a:t> occurs. In this instance all TLBs are walked and a system interrupt to the OS will occur</a:t>
            </a:r>
          </a:p>
          <a:p>
            <a:pPr marL="282575" lvl="1"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For Linux if a physical address needs to be assigned a complex series of actions need to take place. </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Permission restrictions are verified on what memory may be accessed</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Is the memory a “contiguous” assignment required (i.e. DMA)</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Is the memory a large allocation small allocation</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Swapping out least recently used memory to free up physical memory</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Many, many, more possibilities</a:t>
            </a:r>
          </a:p>
          <a:p>
            <a:pPr marL="282575" lvl="1"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Once the physical memory has been assigned control is returned to the MMU and the physical address is provided to the core</a:t>
            </a:r>
          </a:p>
          <a:p>
            <a:pPr marL="282575" lvl="1"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Simplistically, every process (including kernel) has its own virtual address space. Thus, when a process context switch occurs the TLB must be cleared and any new virtual addresses accessed will be a </a:t>
            </a:r>
            <a:r>
              <a:rPr lang="en-US" b="1" kern="0" dirty="0">
                <a:solidFill>
                  <a:srgbClr val="000000"/>
                </a:solidFill>
                <a:sym typeface="Xfinity Brown" panose="02010504010101010104" pitchFamily="50" charset="0"/>
              </a:rPr>
              <a:t>miss</a:t>
            </a:r>
            <a:r>
              <a:rPr lang="en-US" kern="0" dirty="0">
                <a:solidFill>
                  <a:srgbClr val="000000"/>
                </a:solidFill>
                <a:sym typeface="Xfinity Brown" panose="02010504010101010104" pitchFamily="50" charset="0"/>
              </a:rPr>
              <a:t>. This can get expensive!</a:t>
            </a:r>
          </a:p>
          <a:p>
            <a:pPr marL="282575" lvl="1" indent="-282575" defTabSz="412750">
              <a:lnSpc>
                <a:spcPct val="120000"/>
              </a:lnSpc>
              <a:spcBef>
                <a:spcPts val="600"/>
              </a:spcBef>
              <a:defRPr/>
            </a:pPr>
            <a:endParaRPr lang="en-US" kern="0" dirty="0">
              <a:solidFill>
                <a:srgbClr val="000000"/>
              </a:solidFill>
              <a:sym typeface="Xfinity Brown" panose="02010504010101010104" pitchFamily="50" charset="0"/>
            </a:endParaRPr>
          </a:p>
          <a:p>
            <a:pPr marL="711200" lvl="2" indent="-282575" defTabSz="412750">
              <a:lnSpc>
                <a:spcPct val="120000"/>
              </a:lnSpc>
              <a:spcBef>
                <a:spcPts val="600"/>
              </a:spcBef>
              <a:buFont typeface="Arial" panose="020B0604020202020204" pitchFamily="34" charset="0"/>
              <a:buChar char="•"/>
              <a:defRPr/>
            </a:pPr>
            <a:endParaRPr lang="en-US" kern="0" dirty="0">
              <a:solidFill>
                <a:srgbClr val="000000"/>
              </a:solidFill>
              <a:sym typeface="Xfinity Brown" panose="02010504010101010104" pitchFamily="50" charset="0"/>
            </a:endParaRPr>
          </a:p>
          <a:p>
            <a:pPr marL="282575" lvl="1" indent="-282575" defTabSz="412750">
              <a:lnSpc>
                <a:spcPct val="120000"/>
              </a:lnSpc>
              <a:spcBef>
                <a:spcPts val="600"/>
              </a:spcBef>
              <a:defRPr/>
            </a:pPr>
            <a:endParaRPr lang="en-US" kern="0" dirty="0">
              <a:solidFill>
                <a:srgbClr val="000000"/>
              </a:solidFill>
              <a:sym typeface="Xfinity Brown" panose="02010504010101010104" pitchFamily="50" charset="0"/>
            </a:endParaRPr>
          </a:p>
        </p:txBody>
      </p:sp>
      <p:pic>
        <p:nvPicPr>
          <p:cNvPr id="8" name="Picture 7" descr="A black background with white text&#10;&#10;AI-generated content may be incorrect.">
            <a:extLst>
              <a:ext uri="{FF2B5EF4-FFF2-40B4-BE49-F238E27FC236}">
                <a16:creationId xmlns:a16="http://schemas.microsoft.com/office/drawing/2014/main" id="{F7867515-EE3B-DFF7-9F6A-70C69117B58E}"/>
              </a:ext>
            </a:extLst>
          </p:cNvPr>
          <p:cNvPicPr>
            <a:picLocks noChangeAspect="1"/>
          </p:cNvPicPr>
          <p:nvPr/>
        </p:nvPicPr>
        <p:blipFill>
          <a:blip r:embed="rId2"/>
          <a:stretch>
            <a:fillRect/>
          </a:stretch>
        </p:blipFill>
        <p:spPr>
          <a:xfrm>
            <a:off x="9503764" y="1209151"/>
            <a:ext cx="7884827" cy="7763278"/>
          </a:xfrm>
          <a:prstGeom prst="rect">
            <a:avLst/>
          </a:prstGeom>
        </p:spPr>
      </p:pic>
    </p:spTree>
    <p:extLst>
      <p:ext uri="{BB962C8B-B14F-4D97-AF65-F5344CB8AC3E}">
        <p14:creationId xmlns:p14="http://schemas.microsoft.com/office/powerpoint/2010/main" val="4023428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37B53-C205-0654-F725-525E43B8F3C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DAA0108-46C0-4A58-E8BA-F97FD4D78E0F}"/>
              </a:ext>
            </a:extLst>
          </p:cNvPr>
          <p:cNvSpPr>
            <a:spLocks noGrp="1"/>
          </p:cNvSpPr>
          <p:nvPr>
            <p:ph type="body" sz="quarter" idx="11"/>
          </p:nvPr>
        </p:nvSpPr>
        <p:spPr>
          <a:xfrm>
            <a:off x="685799" y="3284122"/>
            <a:ext cx="6915151" cy="1163395"/>
          </a:xfrm>
        </p:spPr>
        <p:txBody>
          <a:bodyPr/>
          <a:lstStyle/>
          <a:p>
            <a:pPr lvl="0"/>
            <a:r>
              <a:rPr lang="en-US" dirty="0"/>
              <a:t>Overcommit</a:t>
            </a:r>
          </a:p>
        </p:txBody>
      </p:sp>
      <p:sp>
        <p:nvSpPr>
          <p:cNvPr id="3" name="Text Placeholder 2">
            <a:extLst>
              <a:ext uri="{FF2B5EF4-FFF2-40B4-BE49-F238E27FC236}">
                <a16:creationId xmlns:a16="http://schemas.microsoft.com/office/drawing/2014/main" id="{D1D535BC-FD29-6F0D-716D-D08110A5DAC1}"/>
              </a:ext>
            </a:extLst>
          </p:cNvPr>
          <p:cNvSpPr>
            <a:spLocks noGrp="1"/>
          </p:cNvSpPr>
          <p:nvPr>
            <p:ph type="body" sz="quarter" idx="15"/>
          </p:nvPr>
        </p:nvSpPr>
        <p:spPr/>
        <p:txBody>
          <a:bodyPr/>
          <a:lstStyle/>
          <a:p>
            <a:pPr lvl="0"/>
            <a:r>
              <a:rPr lang="en-US" dirty="0"/>
              <a:t>What is Overcommit?</a:t>
            </a:r>
          </a:p>
        </p:txBody>
      </p:sp>
      <p:sp>
        <p:nvSpPr>
          <p:cNvPr id="4" name="Text Placeholder 3">
            <a:extLst>
              <a:ext uri="{FF2B5EF4-FFF2-40B4-BE49-F238E27FC236}">
                <a16:creationId xmlns:a16="http://schemas.microsoft.com/office/drawing/2014/main" id="{0439469E-3011-4AF0-9034-5C201E0D013E}"/>
              </a:ext>
            </a:extLst>
          </p:cNvPr>
          <p:cNvSpPr>
            <a:spLocks noGrp="1"/>
          </p:cNvSpPr>
          <p:nvPr>
            <p:ph type="body" sz="quarter" idx="12"/>
          </p:nvPr>
        </p:nvSpPr>
        <p:spPr>
          <a:xfrm>
            <a:off x="10687050" y="3284122"/>
            <a:ext cx="6915150" cy="2633350"/>
          </a:xfrm>
        </p:spPr>
        <p:txBody>
          <a:bodyPr/>
          <a:lstStyle/>
          <a:p>
            <a:r>
              <a:rPr lang="en-US" dirty="0">
                <a:solidFill>
                  <a:schemeClr val="tx1"/>
                </a:solidFill>
              </a:rPr>
              <a:t>Physical memory is limited, and Virtual memory is not. I know, shocking! A general-purpose OS cannot make demands on every process to know exactly how much memory is available at any given time, nor is it reasonable to guess how much memory the kernel should provide for basic operation of the process. With the advent of “swap” spaces the kernel can now move unused memory to slow, long term, storage. This in turn allows freeing up memory on the fly so that allocated memory may be provided for</a:t>
            </a:r>
          </a:p>
        </p:txBody>
      </p:sp>
      <p:sp>
        <p:nvSpPr>
          <p:cNvPr id="5" name="Text Placeholder 4">
            <a:extLst>
              <a:ext uri="{FF2B5EF4-FFF2-40B4-BE49-F238E27FC236}">
                <a16:creationId xmlns:a16="http://schemas.microsoft.com/office/drawing/2014/main" id="{1873BB35-A2E6-4385-AC78-D15ECE9468DB}"/>
              </a:ext>
            </a:extLst>
          </p:cNvPr>
          <p:cNvSpPr>
            <a:spLocks noGrp="1"/>
          </p:cNvSpPr>
          <p:nvPr>
            <p:ph type="body" sz="quarter" idx="13"/>
          </p:nvPr>
        </p:nvSpPr>
        <p:spPr/>
        <p:txBody>
          <a:bodyPr/>
          <a:lstStyle/>
          <a:p>
            <a:r>
              <a:rPr lang="en-US" dirty="0"/>
              <a:t>Overcommit</a:t>
            </a:r>
          </a:p>
        </p:txBody>
      </p:sp>
    </p:spTree>
    <p:extLst>
      <p:ext uri="{BB962C8B-B14F-4D97-AF65-F5344CB8AC3E}">
        <p14:creationId xmlns:p14="http://schemas.microsoft.com/office/powerpoint/2010/main" val="271079600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144DC-C3B9-E103-A894-A497537BE1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30DDF7-0DAB-4D63-38D1-DCBA7B9F40F6}"/>
              </a:ext>
            </a:extLst>
          </p:cNvPr>
          <p:cNvSpPr>
            <a:spLocks noGrp="1"/>
          </p:cNvSpPr>
          <p:nvPr>
            <p:ph type="title"/>
          </p:nvPr>
        </p:nvSpPr>
        <p:spPr>
          <a:xfrm>
            <a:off x="685800" y="987552"/>
            <a:ext cx="16234370" cy="443198"/>
          </a:xfrm>
        </p:spPr>
        <p:txBody>
          <a:bodyPr/>
          <a:lstStyle/>
          <a:p>
            <a:pPr lvl="0"/>
            <a:r>
              <a:rPr lang="en-US" dirty="0"/>
              <a:t>Overcommit</a:t>
            </a:r>
          </a:p>
        </p:txBody>
      </p:sp>
      <p:sp>
        <p:nvSpPr>
          <p:cNvPr id="3" name="Text Placeholder 2">
            <a:extLst>
              <a:ext uri="{FF2B5EF4-FFF2-40B4-BE49-F238E27FC236}">
                <a16:creationId xmlns:a16="http://schemas.microsoft.com/office/drawing/2014/main" id="{4D9A39DE-D001-999E-2263-6A59548BA67E}"/>
              </a:ext>
            </a:extLst>
          </p:cNvPr>
          <p:cNvSpPr>
            <a:spLocks noGrp="1"/>
          </p:cNvSpPr>
          <p:nvPr>
            <p:ph type="body" sz="quarter" idx="25"/>
          </p:nvPr>
        </p:nvSpPr>
        <p:spPr/>
        <p:txBody>
          <a:bodyPr/>
          <a:lstStyle/>
          <a:p>
            <a:r>
              <a:rPr lang="en-US" dirty="0"/>
              <a:t>Overcommit</a:t>
            </a:r>
          </a:p>
        </p:txBody>
      </p:sp>
      <p:sp>
        <p:nvSpPr>
          <p:cNvPr id="4" name="Text Placeholder 3">
            <a:extLst>
              <a:ext uri="{FF2B5EF4-FFF2-40B4-BE49-F238E27FC236}">
                <a16:creationId xmlns:a16="http://schemas.microsoft.com/office/drawing/2014/main" id="{91AFFFC1-6CAD-E620-943E-09F37CE048E3}"/>
              </a:ext>
            </a:extLst>
          </p:cNvPr>
          <p:cNvSpPr>
            <a:spLocks noGrp="1"/>
          </p:cNvSpPr>
          <p:nvPr>
            <p:ph type="body" sz="quarter" idx="26"/>
          </p:nvPr>
        </p:nvSpPr>
        <p:spPr>
          <a:xfrm>
            <a:off x="685802" y="2450592"/>
            <a:ext cx="8343898" cy="5883470"/>
          </a:xfrm>
        </p:spPr>
        <p:txBody>
          <a:bodyPr/>
          <a:lstStyle/>
          <a:p>
            <a:pPr marL="0" marR="0" lvl="1" indent="0" algn="l" defTabSz="412750" rtl="0" eaLnBrk="1" fontAlgn="auto" latinLnBrk="0" hangingPunct="1">
              <a:lnSpc>
                <a:spcPct val="120000"/>
              </a:lnSpc>
              <a:spcBef>
                <a:spcPts val="600"/>
              </a:spcBef>
              <a:spcAft>
                <a:spcPts val="600"/>
              </a:spcAft>
              <a:buClrTx/>
              <a:buSzTx/>
              <a:buFont typeface="Xfinity Brown" panose="02010504010101010104" pitchFamily="50" charset="0"/>
              <a:buNone/>
              <a:tabLst/>
              <a:defRPr/>
            </a:pPr>
            <a:r>
              <a:rPr kumimoji="0" lang="en-US" b="1" i="0" u="none" strike="noStrike" kern="0" cap="none" spc="0" normalizeH="0" baseline="0" noProof="0" dirty="0">
                <a:ln>
                  <a:noFill/>
                </a:ln>
                <a:solidFill>
                  <a:schemeClr val="accent1"/>
                </a:solidFill>
                <a:effectLst/>
                <a:uLnTx/>
                <a:uFillTx/>
                <a:latin typeface="Xfinity Brown"/>
                <a:ea typeface="Xfinity Brown" panose="02010504010101010104" pitchFamily="50" charset="0"/>
                <a:cs typeface="Xfinity Brown"/>
                <a:sym typeface="Xfinity Brown" panose="02010504010101010104" pitchFamily="50" charset="0"/>
              </a:rPr>
              <a:t>Every Process has its own address space</a:t>
            </a:r>
          </a:p>
          <a:p>
            <a:pPr marL="282575" lvl="1"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The make-up of a process memory usage</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Instructions</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Constant Data</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BSS</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Stack</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Dynamically allocated memory</a:t>
            </a:r>
          </a:p>
          <a:p>
            <a:pPr marL="711200" lvl="2"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Shared memory</a:t>
            </a:r>
          </a:p>
          <a:p>
            <a:pPr marL="282575" lvl="1" indent="-282575" defTabSz="412750">
              <a:lnSpc>
                <a:spcPct val="120000"/>
              </a:lnSpc>
              <a:spcBef>
                <a:spcPts val="600"/>
              </a:spcBef>
              <a:defRPr/>
            </a:pPr>
            <a:r>
              <a:rPr lang="en-US" kern="0" dirty="0">
                <a:solidFill>
                  <a:srgbClr val="000000"/>
                </a:solidFill>
                <a:sym typeface="Xfinity Brown" panose="02010504010101010104" pitchFamily="50" charset="0"/>
              </a:rPr>
              <a:t>As noted, when a process changes the TLB is cleared. This allows large virtual address spaces with very limited physical address</a:t>
            </a:r>
          </a:p>
          <a:p>
            <a:pPr marL="282575" lvl="1" indent="-282575" defTabSz="412750">
              <a:lnSpc>
                <a:spcPct val="120000"/>
              </a:lnSpc>
              <a:spcBef>
                <a:spcPts val="600"/>
              </a:spcBef>
              <a:defRPr/>
            </a:pPr>
            <a:r>
              <a:rPr lang="en-US" kern="0" dirty="0">
                <a:solidFill>
                  <a:srgbClr val="000000"/>
                </a:solidFill>
                <a:sym typeface="Xfinity Brown" panose="02010504010101010104" pitchFamily="50" charset="0"/>
              </a:rPr>
              <a:t>The kernel determines what physical address to assign, as well as, what processes it can move to swap space</a:t>
            </a:r>
          </a:p>
          <a:p>
            <a:pPr marL="282575" lvl="1" indent="-282575" defTabSz="412750">
              <a:lnSpc>
                <a:spcPct val="120000"/>
              </a:lnSpc>
              <a:spcBef>
                <a:spcPts val="600"/>
              </a:spcBef>
              <a:defRPr/>
            </a:pPr>
            <a:r>
              <a:rPr lang="en-US" kern="0" dirty="0">
                <a:solidFill>
                  <a:srgbClr val="000000"/>
                </a:solidFill>
                <a:sym typeface="Xfinity Brown" panose="02010504010101010104" pitchFamily="50" charset="0"/>
              </a:rPr>
              <a:t>Overcommit is non-deterministic</a:t>
            </a:r>
          </a:p>
          <a:p>
            <a:pPr marL="711200" lvl="2" indent="-282575" defTabSz="412750">
              <a:lnSpc>
                <a:spcPct val="120000"/>
              </a:lnSpc>
              <a:spcBef>
                <a:spcPts val="600"/>
              </a:spcBef>
              <a:defRPr/>
            </a:pPr>
            <a:r>
              <a:rPr lang="en-US" kern="0" dirty="0">
                <a:solidFill>
                  <a:srgbClr val="000000"/>
                </a:solidFill>
                <a:sym typeface="Xfinity Brown" panose="02010504010101010104" pitchFamily="50" charset="0"/>
              </a:rPr>
              <a:t>The amount of actual memory used in the system can not be determined at any given time</a:t>
            </a:r>
          </a:p>
        </p:txBody>
      </p:sp>
    </p:spTree>
    <p:extLst>
      <p:ext uri="{BB962C8B-B14F-4D97-AF65-F5344CB8AC3E}">
        <p14:creationId xmlns:p14="http://schemas.microsoft.com/office/powerpoint/2010/main" val="4015532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91A2F-C61B-7EF0-6148-4CE55479F9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EAE55-FDA5-75C3-0379-1186208ABFFB}"/>
              </a:ext>
            </a:extLst>
          </p:cNvPr>
          <p:cNvSpPr>
            <a:spLocks noGrp="1"/>
          </p:cNvSpPr>
          <p:nvPr>
            <p:ph type="title"/>
          </p:nvPr>
        </p:nvSpPr>
        <p:spPr>
          <a:xfrm>
            <a:off x="685800" y="987552"/>
            <a:ext cx="16234370" cy="443198"/>
          </a:xfrm>
        </p:spPr>
        <p:txBody>
          <a:bodyPr/>
          <a:lstStyle/>
          <a:p>
            <a:pPr lvl="0"/>
            <a:r>
              <a:rPr lang="en-US" dirty="0"/>
              <a:t>Resources</a:t>
            </a:r>
          </a:p>
        </p:txBody>
      </p:sp>
      <p:sp>
        <p:nvSpPr>
          <p:cNvPr id="3" name="Text Placeholder 2">
            <a:extLst>
              <a:ext uri="{FF2B5EF4-FFF2-40B4-BE49-F238E27FC236}">
                <a16:creationId xmlns:a16="http://schemas.microsoft.com/office/drawing/2014/main" id="{6CD95A62-D02B-0BFD-A379-973AC73CCA6B}"/>
              </a:ext>
            </a:extLst>
          </p:cNvPr>
          <p:cNvSpPr>
            <a:spLocks noGrp="1"/>
          </p:cNvSpPr>
          <p:nvPr>
            <p:ph type="body" sz="quarter" idx="25"/>
          </p:nvPr>
        </p:nvSpPr>
        <p:spPr/>
        <p:txBody>
          <a:bodyPr/>
          <a:lstStyle/>
          <a:p>
            <a:r>
              <a:rPr lang="en-US" dirty="0"/>
              <a:t>Resources</a:t>
            </a:r>
          </a:p>
        </p:txBody>
      </p:sp>
      <p:sp>
        <p:nvSpPr>
          <p:cNvPr id="4" name="Text Placeholder 3">
            <a:extLst>
              <a:ext uri="{FF2B5EF4-FFF2-40B4-BE49-F238E27FC236}">
                <a16:creationId xmlns:a16="http://schemas.microsoft.com/office/drawing/2014/main" id="{10FD83B8-111B-A82F-31C1-8869D20AD56F}"/>
              </a:ext>
            </a:extLst>
          </p:cNvPr>
          <p:cNvSpPr>
            <a:spLocks noGrp="1"/>
          </p:cNvSpPr>
          <p:nvPr>
            <p:ph type="body" sz="quarter" idx="26"/>
          </p:nvPr>
        </p:nvSpPr>
        <p:spPr>
          <a:xfrm>
            <a:off x="685802" y="2450592"/>
            <a:ext cx="11277598" cy="1790042"/>
          </a:xfrm>
        </p:spPr>
        <p:txBody>
          <a:bodyPr/>
          <a:lstStyle/>
          <a:p>
            <a:pPr marL="282575" lvl="1"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ARM: </a:t>
            </a:r>
            <a:r>
              <a:rPr lang="en-US" kern="0" dirty="0">
                <a:solidFill>
                  <a:srgbClr val="000000"/>
                </a:solidFill>
                <a:sym typeface="Xfinity Brown" panose="02010504010101010104" pitchFamily="50" charset="0"/>
                <a:hlinkClick r:id="rId2"/>
              </a:rPr>
              <a:t>https://developer.arm.com/documentation/den0013/d/The-Memory-Management-Unit</a:t>
            </a:r>
            <a:endParaRPr lang="en-US" kern="0" dirty="0">
              <a:solidFill>
                <a:srgbClr val="000000"/>
              </a:solidFill>
              <a:sym typeface="Xfinity Brown" panose="02010504010101010104" pitchFamily="50" charset="0"/>
            </a:endParaRPr>
          </a:p>
          <a:p>
            <a:pPr marL="282575" lvl="1"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Linux: </a:t>
            </a:r>
            <a:r>
              <a:rPr lang="en-US" kern="0" dirty="0">
                <a:solidFill>
                  <a:srgbClr val="000000"/>
                </a:solidFill>
                <a:sym typeface="Xfinity Brown" panose="02010504010101010104" pitchFamily="50" charset="0"/>
                <a:hlinkClick r:id="rId3"/>
              </a:rPr>
              <a:t>https://docs.kernel.org/admin-guide/mm/index.html</a:t>
            </a:r>
            <a:endParaRPr lang="en-US" kern="0" dirty="0">
              <a:solidFill>
                <a:srgbClr val="000000"/>
              </a:solidFill>
              <a:sym typeface="Xfinity Brown" panose="02010504010101010104" pitchFamily="50" charset="0"/>
            </a:endParaRPr>
          </a:p>
          <a:p>
            <a:pPr marL="282575" lvl="1" indent="-282575" defTabSz="412750">
              <a:lnSpc>
                <a:spcPct val="120000"/>
              </a:lnSpc>
              <a:spcBef>
                <a:spcPts val="600"/>
              </a:spcBef>
              <a:buFont typeface="Arial" panose="020B0604020202020204" pitchFamily="34" charset="0"/>
              <a:buChar char="•"/>
              <a:defRPr/>
            </a:pPr>
            <a:r>
              <a:rPr lang="en-US" kern="0" dirty="0">
                <a:solidFill>
                  <a:srgbClr val="000000"/>
                </a:solidFill>
                <a:sym typeface="Xfinity Brown" panose="02010504010101010104" pitchFamily="50" charset="0"/>
              </a:rPr>
              <a:t>Linux Overcommit: https://www.kernel.org/doc/Documentation/vm/overcommit-accounting</a:t>
            </a:r>
          </a:p>
        </p:txBody>
      </p:sp>
    </p:spTree>
    <p:extLst>
      <p:ext uri="{BB962C8B-B14F-4D97-AF65-F5344CB8AC3E}">
        <p14:creationId xmlns:p14="http://schemas.microsoft.com/office/powerpoint/2010/main" val="3225498719"/>
      </p:ext>
    </p:extLst>
  </p:cSld>
  <p:clrMapOvr>
    <a:masterClrMapping/>
  </p:clrMapOvr>
</p:sld>
</file>

<file path=ppt/theme/theme1.xml><?xml version="1.0" encoding="utf-8"?>
<a:theme xmlns:a="http://schemas.openxmlformats.org/drawingml/2006/main" name="Xfinity NOW">
  <a:themeElements>
    <a:clrScheme name="NOW 2024">
      <a:dk1>
        <a:srgbClr val="000000"/>
      </a:dk1>
      <a:lt1>
        <a:srgbClr val="FFFFFF"/>
      </a:lt1>
      <a:dk2>
        <a:srgbClr val="001211"/>
      </a:dk2>
      <a:lt2>
        <a:srgbClr val="8B8B97"/>
      </a:lt2>
      <a:accent1>
        <a:srgbClr val="00818A"/>
      </a:accent1>
      <a:accent2>
        <a:srgbClr val="00EDDF"/>
      </a:accent2>
      <a:accent3>
        <a:srgbClr val="00A2AB"/>
      </a:accent3>
      <a:accent4>
        <a:srgbClr val="004142"/>
      </a:accent4>
      <a:accent5>
        <a:srgbClr val="5A23B9"/>
      </a:accent5>
      <a:accent6>
        <a:srgbClr val="240E4A"/>
      </a:accent6>
      <a:hlink>
        <a:srgbClr val="00A2AB"/>
      </a:hlink>
      <a:folHlink>
        <a:srgbClr val="8B8B97"/>
      </a:folHlink>
    </a:clrScheme>
    <a:fontScheme name="NOW 2024">
      <a:majorFont>
        <a:latin typeface="Xfinity Brown Light"/>
        <a:ea typeface=""/>
        <a:cs typeface=""/>
      </a:majorFont>
      <a:minorFont>
        <a:latin typeface="Xfinity Brown"/>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wrap="square" lIns="0" tIns="0" rIns="0" bIns="0">
        <a:spAutoFit/>
      </a:bodyPr>
      <a:lstStyle>
        <a:defPPr marL="0" indent="0" algn="l" defTabSz="412750">
          <a:lnSpc>
            <a:spcPct val="100000"/>
          </a:lnSpc>
          <a:spcBef>
            <a:spcPts val="0"/>
          </a:spcBef>
          <a:spcAft>
            <a:spcPts val="600"/>
          </a:spcAft>
          <a:buFont typeface="Xfinity Brown" panose="02010504010101010104" pitchFamily="50" charset="0"/>
          <a:buNone/>
          <a:defRPr sz="1800" kern="0" dirty="0">
            <a:solidFill>
              <a:schemeClr val="accent1"/>
            </a:solidFill>
            <a:latin typeface="Xfinity Brown"/>
            <a:ea typeface="Xfinity Brown" panose="02010504010101010104" pitchFamily="50" charset="0"/>
            <a:cs typeface="Xfinity Brown"/>
            <a:sym typeface="Xfinity Brown" panose="02010504010101010104" pitchFamily="50"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Xfinity Creative">
  <a:themeElements>
    <a:clrScheme name="Xfinity_2024">
      <a:dk1>
        <a:srgbClr val="000000"/>
      </a:dk1>
      <a:lt1>
        <a:srgbClr val="FFFFFF"/>
      </a:lt1>
      <a:dk2>
        <a:srgbClr val="ECECF3"/>
      </a:dk2>
      <a:lt2>
        <a:srgbClr val="8B8B97"/>
      </a:lt2>
      <a:accent1>
        <a:srgbClr val="5A23B9"/>
      </a:accent1>
      <a:accent2>
        <a:srgbClr val="28156B"/>
      </a:accent2>
      <a:accent3>
        <a:srgbClr val="7C01BD"/>
      </a:accent3>
      <a:accent4>
        <a:srgbClr val="002C2B"/>
      </a:accent4>
      <a:accent5>
        <a:srgbClr val="00818A"/>
      </a:accent5>
      <a:accent6>
        <a:srgbClr val="00A2AB"/>
      </a:accent6>
      <a:hlink>
        <a:srgbClr val="5A23B9"/>
      </a:hlink>
      <a:folHlink>
        <a:srgbClr val="8B8B97"/>
      </a:folHlink>
    </a:clrScheme>
    <a:fontScheme name="Xfinity">
      <a:majorFont>
        <a:latin typeface="Xfinity Brown"/>
        <a:ea typeface=""/>
        <a:cs typeface=""/>
      </a:majorFont>
      <a:minorFont>
        <a:latin typeface="Xfinity Brown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square" lIns="0" tIns="0" rIns="0" bIns="0" rtlCol="0" anchor="ctr">
        <a:spAutoFit/>
      </a:bodyPr>
      <a:lstStyle>
        <a:defPPr algn="l">
          <a:defRPr sz="1800" spc="0" dirty="0" smtClean="0">
            <a:latin typeface="+mj-l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Xfinity Brown"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Xfinity Brown"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47ffb64-6476-4269-bf5f-ee53dbc1a9b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143FC7B6A8248449BDF91139140FF6C" ma:contentTypeVersion="16" ma:contentTypeDescription="Create a new document." ma:contentTypeScope="" ma:versionID="354cc6db3b9848e2a40cda3edf22f2b8">
  <xsd:schema xmlns:xsd="http://www.w3.org/2001/XMLSchema" xmlns:xs="http://www.w3.org/2001/XMLSchema" xmlns:p="http://schemas.microsoft.com/office/2006/metadata/properties" xmlns:ns3="b6bc8639-9c60-4712-9f83-7f10ad47b441" xmlns:ns4="b47ffb64-6476-4269-bf5f-ee53dbc1a9bb" targetNamespace="http://schemas.microsoft.com/office/2006/metadata/properties" ma:root="true" ma:fieldsID="42d38fd75c0e74fde0b76d8f13a5338f" ns3:_="" ns4:_="">
    <xsd:import namespace="b6bc8639-9c60-4712-9f83-7f10ad47b441"/>
    <xsd:import namespace="b47ffb64-6476-4269-bf5f-ee53dbc1a9b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LengthInSeconds" minOccurs="0"/>
                <xsd:element ref="ns4:MediaServiceGenerationTime" minOccurs="0"/>
                <xsd:element ref="ns4:MediaServiceEventHashCode" minOccurs="0"/>
                <xsd:element ref="ns4:MediaServiceOCR" minOccurs="0"/>
                <xsd:element ref="ns4:MediaServiceLocation" minOccurs="0"/>
                <xsd:element ref="ns4:_activity" minOccurs="0"/>
                <xsd:element ref="ns4:MediaServiceObjectDetectorVersions"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bc8639-9c60-4712-9f83-7f10ad47b44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7ffb64-6476-4269-bf5f-ee53dbc1a9b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AC22F8-C51E-4F45-AB7E-69E2CC5A053F}">
  <ds:schemaRefs>
    <ds:schemaRef ds:uri="http://purl.org/dc/terms/"/>
    <ds:schemaRef ds:uri="b47ffb64-6476-4269-bf5f-ee53dbc1a9bb"/>
    <ds:schemaRef ds:uri="http://schemas.openxmlformats.org/package/2006/metadata/core-properties"/>
    <ds:schemaRef ds:uri="http://purl.org/dc/elements/1.1/"/>
    <ds:schemaRef ds:uri="http://purl.org/dc/dcmitype/"/>
    <ds:schemaRef ds:uri="http://www.w3.org/XML/1998/namespace"/>
    <ds:schemaRef ds:uri="http://schemas.microsoft.com/office/2006/metadata/properties"/>
    <ds:schemaRef ds:uri="http://schemas.microsoft.com/office/2006/documentManagement/types"/>
    <ds:schemaRef ds:uri="http://schemas.microsoft.com/office/infopath/2007/PartnerControls"/>
    <ds:schemaRef ds:uri="b6bc8639-9c60-4712-9f83-7f10ad47b441"/>
  </ds:schemaRefs>
</ds:datastoreItem>
</file>

<file path=customXml/itemProps2.xml><?xml version="1.0" encoding="utf-8"?>
<ds:datastoreItem xmlns:ds="http://schemas.openxmlformats.org/officeDocument/2006/customXml" ds:itemID="{475D31F5-5D87-45AF-B493-6E3E230AEDE6}">
  <ds:schemaRefs>
    <ds:schemaRef ds:uri="http://schemas.microsoft.com/sharepoint/v3/contenttype/forms"/>
  </ds:schemaRefs>
</ds:datastoreItem>
</file>

<file path=customXml/itemProps3.xml><?xml version="1.0" encoding="utf-8"?>
<ds:datastoreItem xmlns:ds="http://schemas.openxmlformats.org/officeDocument/2006/customXml" ds:itemID="{61F7250C-37F7-4CA4-8688-8752DA30911D}">
  <ds:schemaRefs>
    <ds:schemaRef ds:uri="b47ffb64-6476-4269-bf5f-ee53dbc1a9bb"/>
    <ds:schemaRef ds:uri="b6bc8639-9c60-4712-9f83-7f10ad47b44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6763</TotalTime>
  <Words>933</Words>
  <Application>Microsoft Office PowerPoint</Application>
  <PresentationFormat>Custom</PresentationFormat>
  <Paragraphs>84</Paragraphs>
  <Slides>10</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vt:i4>
      </vt:variant>
    </vt:vector>
  </HeadingPairs>
  <TitlesOfParts>
    <vt:vector size="17" baseType="lpstr">
      <vt:lpstr>Arial</vt:lpstr>
      <vt:lpstr>Courier New</vt:lpstr>
      <vt:lpstr>System Font Regular</vt:lpstr>
      <vt:lpstr>Xfinity Brown</vt:lpstr>
      <vt:lpstr>Xfinity Brown Light</vt:lpstr>
      <vt:lpstr>Xfinity NOW</vt:lpstr>
      <vt:lpstr>Xfinity Creative</vt:lpstr>
      <vt:lpstr>PowerPoint Presentation</vt:lpstr>
      <vt:lpstr>PowerPoint Presentation</vt:lpstr>
      <vt:lpstr>PowerPoint Presentation</vt:lpstr>
      <vt:lpstr>Translation Lookaside Buffer</vt:lpstr>
      <vt:lpstr>L1 TLB 1MB Pages</vt:lpstr>
      <vt:lpstr>L2 TLB 4KB Pages</vt:lpstr>
      <vt:lpstr>MMU Hit/Miss</vt:lpstr>
      <vt:lpstr>PowerPoint Presentation</vt:lpstr>
      <vt:lpstr>Overcommit</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Lucaccioni, Nick (Contractor)</dc:creator>
  <cp:lastModifiedBy>Boyd, Weston</cp:lastModifiedBy>
  <cp:revision>9</cp:revision>
  <dcterms:created xsi:type="dcterms:W3CDTF">2022-09-15T21:51:04Z</dcterms:created>
  <dcterms:modified xsi:type="dcterms:W3CDTF">2025-02-28T16:12:06Z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0x0101002143FC7B6A8248449BDF91139140FF6C</vt:lpwstr>
  </property>
  <property fmtid="{D5CDD505-2E9C-101B-9397-08002B2CF9AE}" pid="3" name="MSIP_Label_15652fe2-2b59-4d95-925c-ee86d789ff67_Enabled">
    <vt:lpwstr>true</vt:lpwstr>
  </property>
  <property fmtid="{D5CDD505-2E9C-101B-9397-08002B2CF9AE}" pid="4" name="MSIP_Label_15652fe2-2b59-4d95-925c-ee86d789ff67_SetDate">
    <vt:lpwstr>2025-01-22T18:13:54Z</vt:lpwstr>
  </property>
  <property fmtid="{D5CDD505-2E9C-101B-9397-08002B2CF9AE}" pid="5" name="MSIP_Label_15652fe2-2b59-4d95-925c-ee86d789ff67_Method">
    <vt:lpwstr>Privileged</vt:lpwstr>
  </property>
  <property fmtid="{D5CDD505-2E9C-101B-9397-08002B2CF9AE}" pid="6" name="MSIP_Label_15652fe2-2b59-4d95-925c-ee86d789ff67_Name">
    <vt:lpwstr>Confidential (C)</vt:lpwstr>
  </property>
  <property fmtid="{D5CDD505-2E9C-101B-9397-08002B2CF9AE}" pid="7" name="MSIP_Label_15652fe2-2b59-4d95-925c-ee86d789ff67_SiteId">
    <vt:lpwstr>906aefe9-76a7-4f65-b82d-5ec20775d5aa</vt:lpwstr>
  </property>
  <property fmtid="{D5CDD505-2E9C-101B-9397-08002B2CF9AE}" pid="8" name="MSIP_Label_15652fe2-2b59-4d95-925c-ee86d789ff67_ActionId">
    <vt:lpwstr>24dcb7b6-0ed2-4e45-b199-60fede883173</vt:lpwstr>
  </property>
  <property fmtid="{D5CDD505-2E9C-101B-9397-08002B2CF9AE}" pid="9" name="MSIP_Label_15652fe2-2b59-4d95-925c-ee86d789ff67_ContentBits">
    <vt:lpwstr>0</vt:lpwstr>
  </property>
</Properties>
</file>